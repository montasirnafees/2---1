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7"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28" name="PlaceHolder 2"/>
          <p:cNvSpPr>
            <a:spLocks noGrp="1"/>
          </p:cNvSpPr>
          <p:nvPr>
            <p:ph type="subTitle"/>
          </p:nvPr>
        </p:nvSpPr>
        <p:spPr>
          <a:xfrm>
            <a:off x="677160" y="2160720"/>
            <a:ext cx="8596440" cy="38804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30" name="PlaceHolder 2"/>
          <p:cNvSpPr>
            <a:spLocks noGrp="1"/>
          </p:cNvSpPr>
          <p:nvPr>
            <p:ph type="body"/>
          </p:nvPr>
        </p:nvSpPr>
        <p:spPr>
          <a:xfrm>
            <a:off x="677160" y="2160720"/>
            <a:ext cx="8596440" cy="388044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32" name="PlaceHolder 2"/>
          <p:cNvSpPr>
            <a:spLocks noGrp="1"/>
          </p:cNvSpPr>
          <p:nvPr>
            <p:ph type="body"/>
          </p:nvPr>
        </p:nvSpPr>
        <p:spPr>
          <a:xfrm>
            <a:off x="677160" y="2160720"/>
            <a:ext cx="4194720" cy="388044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33" name="PlaceHolder 3"/>
          <p:cNvSpPr>
            <a:spLocks noGrp="1"/>
          </p:cNvSpPr>
          <p:nvPr>
            <p:ph type="body"/>
          </p:nvPr>
        </p:nvSpPr>
        <p:spPr>
          <a:xfrm>
            <a:off x="5082120" y="2160720"/>
            <a:ext cx="4194720" cy="388044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4"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35" name="PlaceHolder 1"/>
          <p:cNvSpPr>
            <a:spLocks noGrp="1"/>
          </p:cNvSpPr>
          <p:nvPr>
            <p:ph type="subTitle"/>
          </p:nvPr>
        </p:nvSpPr>
        <p:spPr>
          <a:xfrm>
            <a:off x="677160" y="609480"/>
            <a:ext cx="8596440" cy="61221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37" name="PlaceHolder 2"/>
          <p:cNvSpPr>
            <a:spLocks noGrp="1"/>
          </p:cNvSpPr>
          <p:nvPr>
            <p:ph type="body"/>
          </p:nvPr>
        </p:nvSpPr>
        <p:spPr>
          <a:xfrm>
            <a:off x="677160" y="21607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38" name="PlaceHolder 3"/>
          <p:cNvSpPr>
            <a:spLocks noGrp="1"/>
          </p:cNvSpPr>
          <p:nvPr>
            <p:ph type="body"/>
          </p:nvPr>
        </p:nvSpPr>
        <p:spPr>
          <a:xfrm>
            <a:off x="5082120" y="2160720"/>
            <a:ext cx="4194720" cy="388044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39" name="PlaceHolder 4"/>
          <p:cNvSpPr>
            <a:spLocks noGrp="1"/>
          </p:cNvSpPr>
          <p:nvPr>
            <p:ph type="body"/>
          </p:nvPr>
        </p:nvSpPr>
        <p:spPr>
          <a:xfrm>
            <a:off x="677160" y="41875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41" name="PlaceHolder 2"/>
          <p:cNvSpPr>
            <a:spLocks noGrp="1"/>
          </p:cNvSpPr>
          <p:nvPr>
            <p:ph type="body"/>
          </p:nvPr>
        </p:nvSpPr>
        <p:spPr>
          <a:xfrm>
            <a:off x="677160" y="2160720"/>
            <a:ext cx="4194720" cy="388044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42" name="PlaceHolder 3"/>
          <p:cNvSpPr>
            <a:spLocks noGrp="1"/>
          </p:cNvSpPr>
          <p:nvPr>
            <p:ph type="body"/>
          </p:nvPr>
        </p:nvSpPr>
        <p:spPr>
          <a:xfrm>
            <a:off x="5082120" y="21607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43" name="PlaceHolder 4"/>
          <p:cNvSpPr>
            <a:spLocks noGrp="1"/>
          </p:cNvSpPr>
          <p:nvPr>
            <p:ph type="body"/>
          </p:nvPr>
        </p:nvSpPr>
        <p:spPr>
          <a:xfrm>
            <a:off x="5082120" y="41875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45" name="PlaceHolder 2"/>
          <p:cNvSpPr>
            <a:spLocks noGrp="1"/>
          </p:cNvSpPr>
          <p:nvPr>
            <p:ph type="body"/>
          </p:nvPr>
        </p:nvSpPr>
        <p:spPr>
          <a:xfrm>
            <a:off x="677160" y="21607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46" name="PlaceHolder 3"/>
          <p:cNvSpPr>
            <a:spLocks noGrp="1"/>
          </p:cNvSpPr>
          <p:nvPr>
            <p:ph type="body"/>
          </p:nvPr>
        </p:nvSpPr>
        <p:spPr>
          <a:xfrm>
            <a:off x="5082120" y="21607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47" name="PlaceHolder 4"/>
          <p:cNvSpPr>
            <a:spLocks noGrp="1"/>
          </p:cNvSpPr>
          <p:nvPr>
            <p:ph type="body"/>
          </p:nvPr>
        </p:nvSpPr>
        <p:spPr>
          <a:xfrm>
            <a:off x="677160" y="4187520"/>
            <a:ext cx="859644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49" name="PlaceHolder 2"/>
          <p:cNvSpPr>
            <a:spLocks noGrp="1"/>
          </p:cNvSpPr>
          <p:nvPr>
            <p:ph type="body"/>
          </p:nvPr>
        </p:nvSpPr>
        <p:spPr>
          <a:xfrm>
            <a:off x="677160" y="2160720"/>
            <a:ext cx="859644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50" name="PlaceHolder 3"/>
          <p:cNvSpPr>
            <a:spLocks noGrp="1"/>
          </p:cNvSpPr>
          <p:nvPr>
            <p:ph type="body"/>
          </p:nvPr>
        </p:nvSpPr>
        <p:spPr>
          <a:xfrm>
            <a:off x="677160" y="4187520"/>
            <a:ext cx="859644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52" name="PlaceHolder 2"/>
          <p:cNvSpPr>
            <a:spLocks noGrp="1"/>
          </p:cNvSpPr>
          <p:nvPr>
            <p:ph type="body"/>
          </p:nvPr>
        </p:nvSpPr>
        <p:spPr>
          <a:xfrm>
            <a:off x="677160" y="21607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53" name="PlaceHolder 3"/>
          <p:cNvSpPr>
            <a:spLocks noGrp="1"/>
          </p:cNvSpPr>
          <p:nvPr>
            <p:ph type="body"/>
          </p:nvPr>
        </p:nvSpPr>
        <p:spPr>
          <a:xfrm>
            <a:off x="5082120" y="21607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54" name="PlaceHolder 4"/>
          <p:cNvSpPr>
            <a:spLocks noGrp="1"/>
          </p:cNvSpPr>
          <p:nvPr>
            <p:ph type="body"/>
          </p:nvPr>
        </p:nvSpPr>
        <p:spPr>
          <a:xfrm>
            <a:off x="677160" y="41875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55" name="PlaceHolder 5"/>
          <p:cNvSpPr>
            <a:spLocks noGrp="1"/>
          </p:cNvSpPr>
          <p:nvPr>
            <p:ph type="body"/>
          </p:nvPr>
        </p:nvSpPr>
        <p:spPr>
          <a:xfrm>
            <a:off x="5082120" y="41875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57" name="PlaceHolder 2"/>
          <p:cNvSpPr>
            <a:spLocks noGrp="1"/>
          </p:cNvSpPr>
          <p:nvPr>
            <p:ph type="body"/>
          </p:nvPr>
        </p:nvSpPr>
        <p:spPr>
          <a:xfrm>
            <a:off x="677160" y="2160720"/>
            <a:ext cx="276768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58" name="PlaceHolder 3"/>
          <p:cNvSpPr>
            <a:spLocks noGrp="1"/>
          </p:cNvSpPr>
          <p:nvPr>
            <p:ph type="body"/>
          </p:nvPr>
        </p:nvSpPr>
        <p:spPr>
          <a:xfrm>
            <a:off x="3583440" y="2160720"/>
            <a:ext cx="276768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59" name="PlaceHolder 4"/>
          <p:cNvSpPr>
            <a:spLocks noGrp="1"/>
          </p:cNvSpPr>
          <p:nvPr>
            <p:ph type="body"/>
          </p:nvPr>
        </p:nvSpPr>
        <p:spPr>
          <a:xfrm>
            <a:off x="6490080" y="2160720"/>
            <a:ext cx="276768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60" name="PlaceHolder 5"/>
          <p:cNvSpPr>
            <a:spLocks noGrp="1"/>
          </p:cNvSpPr>
          <p:nvPr>
            <p:ph type="body"/>
          </p:nvPr>
        </p:nvSpPr>
        <p:spPr>
          <a:xfrm>
            <a:off x="677160" y="4187520"/>
            <a:ext cx="276768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61" name="PlaceHolder 6"/>
          <p:cNvSpPr>
            <a:spLocks noGrp="1"/>
          </p:cNvSpPr>
          <p:nvPr>
            <p:ph type="body"/>
          </p:nvPr>
        </p:nvSpPr>
        <p:spPr>
          <a:xfrm>
            <a:off x="3583440" y="4187520"/>
            <a:ext cx="276768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62" name="PlaceHolder 7"/>
          <p:cNvSpPr>
            <a:spLocks noGrp="1"/>
          </p:cNvSpPr>
          <p:nvPr>
            <p:ph type="body"/>
          </p:nvPr>
        </p:nvSpPr>
        <p:spPr>
          <a:xfrm>
            <a:off x="6490080" y="4187520"/>
            <a:ext cx="276768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9"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80" name="PlaceHolder 2"/>
          <p:cNvSpPr>
            <a:spLocks noGrp="1"/>
          </p:cNvSpPr>
          <p:nvPr>
            <p:ph type="subTitle"/>
          </p:nvPr>
        </p:nvSpPr>
        <p:spPr>
          <a:xfrm>
            <a:off x="677160" y="2160720"/>
            <a:ext cx="8596440" cy="38804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82" name="PlaceHolder 2"/>
          <p:cNvSpPr>
            <a:spLocks noGrp="1"/>
          </p:cNvSpPr>
          <p:nvPr>
            <p:ph type="body"/>
          </p:nvPr>
        </p:nvSpPr>
        <p:spPr>
          <a:xfrm>
            <a:off x="677160" y="2160720"/>
            <a:ext cx="8596440" cy="388044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84" name="PlaceHolder 2"/>
          <p:cNvSpPr>
            <a:spLocks noGrp="1"/>
          </p:cNvSpPr>
          <p:nvPr>
            <p:ph type="body"/>
          </p:nvPr>
        </p:nvSpPr>
        <p:spPr>
          <a:xfrm>
            <a:off x="677160" y="2160720"/>
            <a:ext cx="4194720" cy="388044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85" name="PlaceHolder 3"/>
          <p:cNvSpPr>
            <a:spLocks noGrp="1"/>
          </p:cNvSpPr>
          <p:nvPr>
            <p:ph type="body"/>
          </p:nvPr>
        </p:nvSpPr>
        <p:spPr>
          <a:xfrm>
            <a:off x="5082120" y="2160720"/>
            <a:ext cx="4194720" cy="388044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7" name="PlaceHolder 1"/>
          <p:cNvSpPr>
            <a:spLocks noGrp="1"/>
          </p:cNvSpPr>
          <p:nvPr>
            <p:ph type="subTitle"/>
          </p:nvPr>
        </p:nvSpPr>
        <p:spPr>
          <a:xfrm>
            <a:off x="677160" y="609480"/>
            <a:ext cx="8596440" cy="61221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89" name="PlaceHolder 2"/>
          <p:cNvSpPr>
            <a:spLocks noGrp="1"/>
          </p:cNvSpPr>
          <p:nvPr>
            <p:ph type="body"/>
          </p:nvPr>
        </p:nvSpPr>
        <p:spPr>
          <a:xfrm>
            <a:off x="677160" y="21607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90" name="PlaceHolder 3"/>
          <p:cNvSpPr>
            <a:spLocks noGrp="1"/>
          </p:cNvSpPr>
          <p:nvPr>
            <p:ph type="body"/>
          </p:nvPr>
        </p:nvSpPr>
        <p:spPr>
          <a:xfrm>
            <a:off x="5082120" y="2160720"/>
            <a:ext cx="4194720" cy="388044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91" name="PlaceHolder 4"/>
          <p:cNvSpPr>
            <a:spLocks noGrp="1"/>
          </p:cNvSpPr>
          <p:nvPr>
            <p:ph type="body"/>
          </p:nvPr>
        </p:nvSpPr>
        <p:spPr>
          <a:xfrm>
            <a:off x="677160" y="41875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93" name="PlaceHolder 2"/>
          <p:cNvSpPr>
            <a:spLocks noGrp="1"/>
          </p:cNvSpPr>
          <p:nvPr>
            <p:ph type="body"/>
          </p:nvPr>
        </p:nvSpPr>
        <p:spPr>
          <a:xfrm>
            <a:off x="677160" y="2160720"/>
            <a:ext cx="4194720" cy="388044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94" name="PlaceHolder 3"/>
          <p:cNvSpPr>
            <a:spLocks noGrp="1"/>
          </p:cNvSpPr>
          <p:nvPr>
            <p:ph type="body"/>
          </p:nvPr>
        </p:nvSpPr>
        <p:spPr>
          <a:xfrm>
            <a:off x="5082120" y="21607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95" name="PlaceHolder 4"/>
          <p:cNvSpPr>
            <a:spLocks noGrp="1"/>
          </p:cNvSpPr>
          <p:nvPr>
            <p:ph type="body"/>
          </p:nvPr>
        </p:nvSpPr>
        <p:spPr>
          <a:xfrm>
            <a:off x="5082120" y="41875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97" name="PlaceHolder 2"/>
          <p:cNvSpPr>
            <a:spLocks noGrp="1"/>
          </p:cNvSpPr>
          <p:nvPr>
            <p:ph type="body"/>
          </p:nvPr>
        </p:nvSpPr>
        <p:spPr>
          <a:xfrm>
            <a:off x="677160" y="21607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98" name="PlaceHolder 3"/>
          <p:cNvSpPr>
            <a:spLocks noGrp="1"/>
          </p:cNvSpPr>
          <p:nvPr>
            <p:ph type="body"/>
          </p:nvPr>
        </p:nvSpPr>
        <p:spPr>
          <a:xfrm>
            <a:off x="5082120" y="21607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99" name="PlaceHolder 4"/>
          <p:cNvSpPr>
            <a:spLocks noGrp="1"/>
          </p:cNvSpPr>
          <p:nvPr>
            <p:ph type="body"/>
          </p:nvPr>
        </p:nvSpPr>
        <p:spPr>
          <a:xfrm>
            <a:off x="677160" y="4187520"/>
            <a:ext cx="859644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101" name="PlaceHolder 2"/>
          <p:cNvSpPr>
            <a:spLocks noGrp="1"/>
          </p:cNvSpPr>
          <p:nvPr>
            <p:ph type="body"/>
          </p:nvPr>
        </p:nvSpPr>
        <p:spPr>
          <a:xfrm>
            <a:off x="677160" y="2160720"/>
            <a:ext cx="859644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102" name="PlaceHolder 3"/>
          <p:cNvSpPr>
            <a:spLocks noGrp="1"/>
          </p:cNvSpPr>
          <p:nvPr>
            <p:ph type="body"/>
          </p:nvPr>
        </p:nvSpPr>
        <p:spPr>
          <a:xfrm>
            <a:off x="677160" y="4187520"/>
            <a:ext cx="859644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104" name="PlaceHolder 2"/>
          <p:cNvSpPr>
            <a:spLocks noGrp="1"/>
          </p:cNvSpPr>
          <p:nvPr>
            <p:ph type="body"/>
          </p:nvPr>
        </p:nvSpPr>
        <p:spPr>
          <a:xfrm>
            <a:off x="677160" y="21607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105" name="PlaceHolder 3"/>
          <p:cNvSpPr>
            <a:spLocks noGrp="1"/>
          </p:cNvSpPr>
          <p:nvPr>
            <p:ph type="body"/>
          </p:nvPr>
        </p:nvSpPr>
        <p:spPr>
          <a:xfrm>
            <a:off x="5082120" y="21607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106" name="PlaceHolder 4"/>
          <p:cNvSpPr>
            <a:spLocks noGrp="1"/>
          </p:cNvSpPr>
          <p:nvPr>
            <p:ph type="body"/>
          </p:nvPr>
        </p:nvSpPr>
        <p:spPr>
          <a:xfrm>
            <a:off x="677160" y="41875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107" name="PlaceHolder 5"/>
          <p:cNvSpPr>
            <a:spLocks noGrp="1"/>
          </p:cNvSpPr>
          <p:nvPr>
            <p:ph type="body"/>
          </p:nvPr>
        </p:nvSpPr>
        <p:spPr>
          <a:xfrm>
            <a:off x="5082120" y="4187520"/>
            <a:ext cx="419472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77160" y="609480"/>
            <a:ext cx="8596440" cy="1320480"/>
          </a:xfrm>
          <a:prstGeom prst="rect">
            <a:avLst/>
          </a:prstGeom>
        </p:spPr>
        <p:txBody>
          <a:bodyPr lIns="0" tIns="0" rIns="0" bIns="0" anchor="ctr"/>
          <a:lstStyle/>
          <a:p>
            <a:endParaRPr lang="en-US" sz="1800" b="0" strike="noStrike" spc="-1">
              <a:solidFill>
                <a:srgbClr val="000000"/>
              </a:solidFill>
              <a:latin typeface="Trebuchet MS"/>
            </a:endParaRPr>
          </a:p>
        </p:txBody>
      </p:sp>
      <p:sp>
        <p:nvSpPr>
          <p:cNvPr id="109" name="PlaceHolder 2"/>
          <p:cNvSpPr>
            <a:spLocks noGrp="1"/>
          </p:cNvSpPr>
          <p:nvPr>
            <p:ph type="body"/>
          </p:nvPr>
        </p:nvSpPr>
        <p:spPr>
          <a:xfrm>
            <a:off x="677160" y="2160720"/>
            <a:ext cx="276768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110" name="PlaceHolder 3"/>
          <p:cNvSpPr>
            <a:spLocks noGrp="1"/>
          </p:cNvSpPr>
          <p:nvPr>
            <p:ph type="body"/>
          </p:nvPr>
        </p:nvSpPr>
        <p:spPr>
          <a:xfrm>
            <a:off x="3583440" y="2160720"/>
            <a:ext cx="276768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111" name="PlaceHolder 4"/>
          <p:cNvSpPr>
            <a:spLocks noGrp="1"/>
          </p:cNvSpPr>
          <p:nvPr>
            <p:ph type="body"/>
          </p:nvPr>
        </p:nvSpPr>
        <p:spPr>
          <a:xfrm>
            <a:off x="6490080" y="2160720"/>
            <a:ext cx="276768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112" name="PlaceHolder 5"/>
          <p:cNvSpPr>
            <a:spLocks noGrp="1"/>
          </p:cNvSpPr>
          <p:nvPr>
            <p:ph type="body"/>
          </p:nvPr>
        </p:nvSpPr>
        <p:spPr>
          <a:xfrm>
            <a:off x="677160" y="4187520"/>
            <a:ext cx="276768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113" name="PlaceHolder 6"/>
          <p:cNvSpPr>
            <a:spLocks noGrp="1"/>
          </p:cNvSpPr>
          <p:nvPr>
            <p:ph type="body"/>
          </p:nvPr>
        </p:nvSpPr>
        <p:spPr>
          <a:xfrm>
            <a:off x="3583440" y="4187520"/>
            <a:ext cx="276768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
        <p:nvSpPr>
          <p:cNvPr id="114" name="PlaceHolder 7"/>
          <p:cNvSpPr>
            <a:spLocks noGrp="1"/>
          </p:cNvSpPr>
          <p:nvPr>
            <p:ph type="body"/>
          </p:nvPr>
        </p:nvSpPr>
        <p:spPr>
          <a:xfrm>
            <a:off x="6490080" y="4187520"/>
            <a:ext cx="2767680" cy="1850760"/>
          </a:xfrm>
          <a:prstGeom prst="rect">
            <a:avLst/>
          </a:prstGeom>
        </p:spPr>
        <p:txBody>
          <a:bodyPr lIns="0" tIns="0" rIns="0" bIns="0">
            <a:normAutofit/>
          </a:bodyPr>
          <a:lstStyle/>
          <a:p>
            <a:endParaRPr lang="en-US" sz="1800" b="0" strike="noStrike" spc="-1">
              <a:solidFill>
                <a:srgbClr val="404040"/>
              </a:solidFill>
              <a:latin typeface="Trebuchet M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7" name="Group 1"/>
          <p:cNvGrpSpPr/>
          <p:nvPr/>
        </p:nvGrpSpPr>
        <p:grpSpPr>
          <a:xfrm>
            <a:off x="0" y="-8640"/>
            <a:ext cx="12191760" cy="6866640"/>
            <a:chOff x="0" y="-8640"/>
            <a:chExt cx="12191760" cy="6866640"/>
          </a:xfrm>
        </p:grpSpPr>
        <p:sp>
          <p:nvSpPr>
            <p:cNvPr id="28" name="Line 2"/>
            <p:cNvSpPr/>
            <p:nvPr/>
          </p:nvSpPr>
          <p:spPr>
            <a:xfrm>
              <a:off x="9370800" y="0"/>
              <a:ext cx="1219320" cy="6858000"/>
            </a:xfrm>
            <a:prstGeom prst="line">
              <a:avLst/>
            </a:prstGeom>
            <a:ln w="9360">
              <a:solidFill>
                <a:schemeClr val="bg1">
                  <a:lumMod val="75000"/>
                </a:schemeClr>
              </a:solidFill>
              <a:round/>
            </a:ln>
          </p:spPr>
          <p:style>
            <a:lnRef idx="2">
              <a:schemeClr val="accent1"/>
            </a:lnRef>
            <a:fillRef idx="0">
              <a:schemeClr val="accent1"/>
            </a:fillRef>
            <a:effectRef idx="1">
              <a:schemeClr val="accent1"/>
            </a:effectRef>
            <a:fontRef idx="minor"/>
          </p:style>
        </p:sp>
        <p:sp>
          <p:nvSpPr>
            <p:cNvPr id="2" name="Line 3"/>
            <p:cNvSpPr/>
            <p:nvPr/>
          </p:nvSpPr>
          <p:spPr>
            <a:xfrm flipH="1">
              <a:off x="7425000" y="3681360"/>
              <a:ext cx="4763520" cy="3176640"/>
            </a:xfrm>
            <a:prstGeom prst="line">
              <a:avLst/>
            </a:prstGeom>
            <a:ln w="9360">
              <a:solidFill>
                <a:schemeClr val="bg1">
                  <a:lumMod val="85000"/>
                </a:schemeClr>
              </a:solidFill>
              <a:round/>
            </a:ln>
          </p:spPr>
          <p:style>
            <a:lnRef idx="2">
              <a:schemeClr val="accent1"/>
            </a:lnRef>
            <a:fillRef idx="0">
              <a:schemeClr val="accent1"/>
            </a:fillRef>
            <a:effectRef idx="1">
              <a:schemeClr val="accent1"/>
            </a:effectRef>
            <a:fontRef idx="minor"/>
          </p:style>
        </p:sp>
        <p:sp>
          <p:nvSpPr>
            <p:cNvPr id="3" name="CustomShape 4"/>
            <p:cNvSpPr/>
            <p:nvPr/>
          </p:nvSpPr>
          <p:spPr>
            <a:xfrm>
              <a:off x="9181440" y="-8640"/>
              <a:ext cx="3007080" cy="6866280"/>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 name="CustomShape 5"/>
            <p:cNvSpPr/>
            <p:nvPr/>
          </p:nvSpPr>
          <p:spPr>
            <a:xfrm>
              <a:off x="9603360" y="-8640"/>
              <a:ext cx="2588040" cy="6866280"/>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 name="CustomShape 6"/>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 name="CustomShape 7"/>
            <p:cNvSpPr/>
            <p:nvPr/>
          </p:nvSpPr>
          <p:spPr>
            <a:xfrm>
              <a:off x="9334440" y="-8640"/>
              <a:ext cx="2854080" cy="686628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 name="CustomShape 8"/>
            <p:cNvSpPr/>
            <p:nvPr/>
          </p:nvSpPr>
          <p:spPr>
            <a:xfrm>
              <a:off x="10898640" y="-8640"/>
              <a:ext cx="1289880" cy="6866280"/>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 name="CustomShape 9"/>
            <p:cNvSpPr/>
            <p:nvPr/>
          </p:nvSpPr>
          <p:spPr>
            <a:xfrm>
              <a:off x="10938960" y="-8640"/>
              <a:ext cx="1249560" cy="6866280"/>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 name="CustomShape 10"/>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 name="CustomShape 11"/>
            <p:cNvSpPr/>
            <p:nvPr/>
          </p:nvSpPr>
          <p:spPr>
            <a:xfrm>
              <a:off x="0" y="4013280"/>
              <a:ext cx="448200" cy="2844360"/>
            </a:xfrm>
            <a:prstGeom prst="triangle">
              <a:avLst>
                <a:gd name="adj" fmla="val 0"/>
              </a:avLst>
            </a:prstGeom>
            <a:solidFill>
              <a:schemeClr val="accent1">
                <a:alpha val="85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grpSp>
      <p:grpSp>
        <p:nvGrpSpPr>
          <p:cNvPr id="11" name="Group 12"/>
          <p:cNvGrpSpPr/>
          <p:nvPr/>
        </p:nvGrpSpPr>
        <p:grpSpPr>
          <a:xfrm>
            <a:off x="360" y="-8640"/>
            <a:ext cx="12191400" cy="6866640"/>
            <a:chOff x="360" y="-8640"/>
            <a:chExt cx="12191400" cy="6866640"/>
          </a:xfrm>
        </p:grpSpPr>
        <p:sp>
          <p:nvSpPr>
            <p:cNvPr id="12" name="Line 13"/>
            <p:cNvSpPr/>
            <p:nvPr/>
          </p:nvSpPr>
          <p:spPr>
            <a:xfrm>
              <a:off x="9370800" y="0"/>
              <a:ext cx="1219320" cy="6858000"/>
            </a:xfrm>
            <a:prstGeom prst="line">
              <a:avLst/>
            </a:prstGeom>
            <a:ln w="9360">
              <a:solidFill>
                <a:schemeClr val="bg1">
                  <a:lumMod val="75000"/>
                </a:schemeClr>
              </a:solidFill>
              <a:round/>
            </a:ln>
          </p:spPr>
          <p:style>
            <a:lnRef idx="2">
              <a:schemeClr val="accent1"/>
            </a:lnRef>
            <a:fillRef idx="0">
              <a:schemeClr val="accent1"/>
            </a:fillRef>
            <a:effectRef idx="1">
              <a:schemeClr val="accent1"/>
            </a:effectRef>
            <a:fontRef idx="minor"/>
          </p:style>
        </p:sp>
        <p:sp>
          <p:nvSpPr>
            <p:cNvPr id="13" name="Line 14"/>
            <p:cNvSpPr/>
            <p:nvPr/>
          </p:nvSpPr>
          <p:spPr>
            <a:xfrm flipH="1">
              <a:off x="7425000" y="3681360"/>
              <a:ext cx="4763520" cy="3176640"/>
            </a:xfrm>
            <a:prstGeom prst="line">
              <a:avLst/>
            </a:prstGeom>
            <a:ln w="9360">
              <a:solidFill>
                <a:schemeClr val="bg1">
                  <a:lumMod val="85000"/>
                </a:schemeClr>
              </a:solidFill>
              <a:round/>
            </a:ln>
          </p:spPr>
          <p:style>
            <a:lnRef idx="2">
              <a:schemeClr val="accent1"/>
            </a:lnRef>
            <a:fillRef idx="0">
              <a:schemeClr val="accent1"/>
            </a:fillRef>
            <a:effectRef idx="1">
              <a:schemeClr val="accent1"/>
            </a:effectRef>
            <a:fontRef idx="minor"/>
          </p:style>
        </p:sp>
        <p:sp>
          <p:nvSpPr>
            <p:cNvPr id="14" name="CustomShape 15"/>
            <p:cNvSpPr/>
            <p:nvPr/>
          </p:nvSpPr>
          <p:spPr>
            <a:xfrm>
              <a:off x="9181440" y="-8640"/>
              <a:ext cx="3007080" cy="6866280"/>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 name="CustomShape 16"/>
            <p:cNvSpPr/>
            <p:nvPr/>
          </p:nvSpPr>
          <p:spPr>
            <a:xfrm>
              <a:off x="9603360" y="-8640"/>
              <a:ext cx="2588040" cy="6866280"/>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 name="CustomShape 17"/>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 name="CustomShape 18"/>
            <p:cNvSpPr/>
            <p:nvPr/>
          </p:nvSpPr>
          <p:spPr>
            <a:xfrm>
              <a:off x="9334440" y="-8640"/>
              <a:ext cx="2854080" cy="686628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 name="CustomShape 19"/>
            <p:cNvSpPr/>
            <p:nvPr/>
          </p:nvSpPr>
          <p:spPr>
            <a:xfrm>
              <a:off x="10898640" y="-8640"/>
              <a:ext cx="1289880" cy="6866280"/>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9" name="CustomShape 20"/>
            <p:cNvSpPr/>
            <p:nvPr/>
          </p:nvSpPr>
          <p:spPr>
            <a:xfrm>
              <a:off x="10938960" y="-8640"/>
              <a:ext cx="1249560" cy="6866280"/>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0" name="CustomShape 21"/>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 name="CustomShape 22"/>
            <p:cNvSpPr/>
            <p:nvPr/>
          </p:nvSpPr>
          <p:spPr>
            <a:xfrm rot="10800000">
              <a:off x="360" y="360"/>
              <a:ext cx="842400" cy="5665680"/>
            </a:xfrm>
            <a:prstGeom prst="triangle">
              <a:avLst>
                <a:gd name="adj" fmla="val 100000"/>
              </a:avLst>
            </a:prstGeom>
            <a:solidFill>
              <a:schemeClr val="accent1">
                <a:alpha val="85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grpSp>
      <p:sp>
        <p:nvSpPr>
          <p:cNvPr id="22" name="PlaceHolder 23"/>
          <p:cNvSpPr>
            <a:spLocks noGrp="1"/>
          </p:cNvSpPr>
          <p:nvPr>
            <p:ph type="title"/>
          </p:nvPr>
        </p:nvSpPr>
        <p:spPr>
          <a:xfrm>
            <a:off x="1506960" y="2404440"/>
            <a:ext cx="7766640" cy="1645920"/>
          </a:xfrm>
          <a:prstGeom prst="rect">
            <a:avLst/>
          </a:prstGeom>
        </p:spPr>
        <p:txBody>
          <a:bodyPr anchor="b"/>
          <a:lstStyle/>
          <a:p>
            <a:pPr algn="r">
              <a:lnSpc>
                <a:spcPct val="100000"/>
              </a:lnSpc>
            </a:pPr>
            <a:r>
              <a:rPr lang="en-US" sz="5400" b="0" strike="noStrike" spc="-1">
                <a:solidFill>
                  <a:srgbClr val="90C226"/>
                </a:solidFill>
                <a:latin typeface="Trebuchet MS"/>
              </a:rPr>
              <a:t>Click to edit Master title style</a:t>
            </a:r>
            <a:endParaRPr lang="en-US" sz="5400" b="0" strike="noStrike" spc="-1">
              <a:solidFill>
                <a:srgbClr val="000000"/>
              </a:solidFill>
              <a:latin typeface="Trebuchet MS"/>
            </a:endParaRPr>
          </a:p>
        </p:txBody>
      </p:sp>
      <p:sp>
        <p:nvSpPr>
          <p:cNvPr id="23" name="PlaceHolder 24"/>
          <p:cNvSpPr>
            <a:spLocks noGrp="1"/>
          </p:cNvSpPr>
          <p:nvPr>
            <p:ph type="dt"/>
          </p:nvPr>
        </p:nvSpPr>
        <p:spPr>
          <a:xfrm>
            <a:off x="7205040" y="6041520"/>
            <a:ext cx="911520" cy="364680"/>
          </a:xfrm>
          <a:prstGeom prst="rect">
            <a:avLst/>
          </a:prstGeom>
        </p:spPr>
        <p:txBody>
          <a:bodyPr anchor="ctr"/>
          <a:lstStyle/>
          <a:p>
            <a:pPr algn="r">
              <a:lnSpc>
                <a:spcPct val="100000"/>
              </a:lnSpc>
            </a:pPr>
            <a:fld id="{E5691AB7-E9D9-47F7-8B7F-D64B45E11493}" type="datetime1">
              <a:rPr lang="en-US" sz="900" b="0" strike="noStrike" spc="-1">
                <a:solidFill>
                  <a:srgbClr val="8B8B8B"/>
                </a:solidFill>
                <a:latin typeface="Trebuchet MS"/>
              </a:rPr>
              <a:t>28-Oct-24</a:t>
            </a:fld>
            <a:endParaRPr lang="en-US" sz="900" b="0" strike="noStrike" spc="-1">
              <a:latin typeface="Times New Roman"/>
            </a:endParaRPr>
          </a:p>
        </p:txBody>
      </p:sp>
      <p:sp>
        <p:nvSpPr>
          <p:cNvPr id="24" name="PlaceHolder 25"/>
          <p:cNvSpPr>
            <a:spLocks noGrp="1"/>
          </p:cNvSpPr>
          <p:nvPr>
            <p:ph type="ftr"/>
          </p:nvPr>
        </p:nvSpPr>
        <p:spPr>
          <a:xfrm>
            <a:off x="677160" y="6041520"/>
            <a:ext cx="6297120" cy="364680"/>
          </a:xfrm>
          <a:prstGeom prst="rect">
            <a:avLst/>
          </a:prstGeom>
        </p:spPr>
        <p:txBody>
          <a:bodyPr anchor="ctr"/>
          <a:lstStyle/>
          <a:p>
            <a:endParaRPr lang="en-US" sz="2400" b="0" strike="noStrike" spc="-1">
              <a:latin typeface="Times New Roman"/>
            </a:endParaRPr>
          </a:p>
        </p:txBody>
      </p:sp>
      <p:sp>
        <p:nvSpPr>
          <p:cNvPr id="25" name="PlaceHolder 26"/>
          <p:cNvSpPr>
            <a:spLocks noGrp="1"/>
          </p:cNvSpPr>
          <p:nvPr>
            <p:ph type="sldNum"/>
          </p:nvPr>
        </p:nvSpPr>
        <p:spPr>
          <a:xfrm>
            <a:off x="8590680" y="6041520"/>
            <a:ext cx="682920" cy="364680"/>
          </a:xfrm>
          <a:prstGeom prst="rect">
            <a:avLst/>
          </a:prstGeom>
        </p:spPr>
        <p:txBody>
          <a:bodyPr anchor="ctr"/>
          <a:lstStyle/>
          <a:p>
            <a:pPr algn="r">
              <a:lnSpc>
                <a:spcPct val="100000"/>
              </a:lnSpc>
            </a:pPr>
            <a:fld id="{A3747E00-5D71-4325-92A0-C29C58091A32}" type="slidenum">
              <a:rPr lang="en-US" sz="900" b="0" strike="noStrike" spc="-1">
                <a:solidFill>
                  <a:srgbClr val="90C226"/>
                </a:solidFill>
                <a:latin typeface="Trebuchet MS"/>
              </a:rPr>
              <a:t>‹#›</a:t>
            </a:fld>
            <a:endParaRPr lang="en-US" sz="900" b="0" strike="noStrike" spc="-1">
              <a:latin typeface="Times New Roman"/>
            </a:endParaRPr>
          </a:p>
        </p:txBody>
      </p:sp>
      <p:sp>
        <p:nvSpPr>
          <p:cNvPr id="26" name="PlaceHolder 27"/>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1800" b="0" strike="noStrike" spc="-1">
                <a:solidFill>
                  <a:srgbClr val="404040"/>
                </a:solidFill>
                <a:latin typeface="Trebuchet MS"/>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404040"/>
                </a:solidFill>
                <a:latin typeface="Trebuchet MS"/>
              </a:rPr>
              <a:t>Second Outline Level</a:t>
            </a:r>
          </a:p>
          <a:p>
            <a:pPr marL="1296000" lvl="2" indent="-288000">
              <a:spcBef>
                <a:spcPts val="850"/>
              </a:spcBef>
              <a:buClr>
                <a:srgbClr val="000000"/>
              </a:buClr>
              <a:buSzPct val="45000"/>
              <a:buFont typeface="Wingdings" charset="2"/>
              <a:buChar char=""/>
            </a:pPr>
            <a:r>
              <a:rPr lang="en-US" sz="1200" b="0" strike="noStrike" spc="-1">
                <a:solidFill>
                  <a:srgbClr val="404040"/>
                </a:solidFill>
                <a:latin typeface="Trebuchet MS"/>
              </a:rPr>
              <a:t>Third Outline Level</a:t>
            </a:r>
          </a:p>
          <a:p>
            <a:pPr marL="1728000" lvl="3" indent="-216000">
              <a:spcBef>
                <a:spcPts val="567"/>
              </a:spcBef>
              <a:buClr>
                <a:srgbClr val="000000"/>
              </a:buClr>
              <a:buSzPct val="75000"/>
              <a:buFont typeface="Symbol" charset="2"/>
              <a:buChar char=""/>
            </a:pPr>
            <a:r>
              <a:rPr lang="en-US" sz="1200" b="0" strike="noStrike" spc="-1">
                <a:solidFill>
                  <a:srgbClr val="404040"/>
                </a:solidFill>
                <a:latin typeface="Trebuchet MS"/>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404040"/>
                </a:solidFill>
                <a:latin typeface="Trebuchet MS"/>
              </a:rPr>
              <a:t>Fifth Outline Level</a:t>
            </a:r>
          </a:p>
          <a:p>
            <a:pPr marL="2592000" lvl="5" indent="-216000">
              <a:spcBef>
                <a:spcPts val="283"/>
              </a:spcBef>
              <a:buClr>
                <a:srgbClr val="000000"/>
              </a:buClr>
              <a:buSzPct val="45000"/>
              <a:buFont typeface="Wingdings" charset="2"/>
              <a:buChar char=""/>
            </a:pPr>
            <a:r>
              <a:rPr lang="en-US" sz="2000" b="0" strike="noStrike" spc="-1">
                <a:solidFill>
                  <a:srgbClr val="404040"/>
                </a:solidFill>
                <a:latin typeface="Trebuchet MS"/>
              </a:rPr>
              <a:t>Sixth Outline Level</a:t>
            </a:r>
          </a:p>
          <a:p>
            <a:pPr marL="3024000" lvl="6" indent="-216000">
              <a:spcBef>
                <a:spcPts val="283"/>
              </a:spcBef>
              <a:buClr>
                <a:srgbClr val="000000"/>
              </a:buClr>
              <a:buSzPct val="45000"/>
              <a:buFont typeface="Wingdings" charset="2"/>
              <a:buChar char=""/>
            </a:pPr>
            <a:r>
              <a:rPr lang="en-US" sz="2000" b="0" strike="noStrike" spc="-1">
                <a:solidFill>
                  <a:srgbClr val="404040"/>
                </a:solidFill>
                <a:latin typeface="Trebuchet MS"/>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3" name="Group 1"/>
          <p:cNvGrpSpPr/>
          <p:nvPr/>
        </p:nvGrpSpPr>
        <p:grpSpPr>
          <a:xfrm>
            <a:off x="0" y="-8640"/>
            <a:ext cx="12191760" cy="6866640"/>
            <a:chOff x="0" y="-8640"/>
            <a:chExt cx="12191760" cy="6866640"/>
          </a:xfrm>
        </p:grpSpPr>
        <p:sp>
          <p:nvSpPr>
            <p:cNvPr id="64" name="Line 2"/>
            <p:cNvSpPr/>
            <p:nvPr/>
          </p:nvSpPr>
          <p:spPr>
            <a:xfrm>
              <a:off x="9370800" y="0"/>
              <a:ext cx="1219320" cy="6858000"/>
            </a:xfrm>
            <a:prstGeom prst="line">
              <a:avLst/>
            </a:prstGeom>
            <a:ln w="9360">
              <a:solidFill>
                <a:schemeClr val="bg1">
                  <a:lumMod val="75000"/>
                </a:schemeClr>
              </a:solidFill>
              <a:round/>
            </a:ln>
          </p:spPr>
          <p:style>
            <a:lnRef idx="2">
              <a:schemeClr val="accent1"/>
            </a:lnRef>
            <a:fillRef idx="0">
              <a:schemeClr val="accent1"/>
            </a:fillRef>
            <a:effectRef idx="1">
              <a:schemeClr val="accent1"/>
            </a:effectRef>
            <a:fontRef idx="minor"/>
          </p:style>
        </p:sp>
        <p:sp>
          <p:nvSpPr>
            <p:cNvPr id="65" name="Line 3"/>
            <p:cNvSpPr/>
            <p:nvPr/>
          </p:nvSpPr>
          <p:spPr>
            <a:xfrm flipH="1">
              <a:off x="7425000" y="3681360"/>
              <a:ext cx="4763520" cy="3176640"/>
            </a:xfrm>
            <a:prstGeom prst="line">
              <a:avLst/>
            </a:prstGeom>
            <a:ln w="9360">
              <a:solidFill>
                <a:schemeClr val="bg1">
                  <a:lumMod val="85000"/>
                </a:schemeClr>
              </a:solidFill>
              <a:round/>
            </a:ln>
          </p:spPr>
          <p:style>
            <a:lnRef idx="2">
              <a:schemeClr val="accent1"/>
            </a:lnRef>
            <a:fillRef idx="0">
              <a:schemeClr val="accent1"/>
            </a:fillRef>
            <a:effectRef idx="1">
              <a:schemeClr val="accent1"/>
            </a:effectRef>
            <a:fontRef idx="minor"/>
          </p:style>
        </p:sp>
        <p:sp>
          <p:nvSpPr>
            <p:cNvPr id="66" name="CustomShape 4"/>
            <p:cNvSpPr/>
            <p:nvPr/>
          </p:nvSpPr>
          <p:spPr>
            <a:xfrm>
              <a:off x="9181440" y="-8640"/>
              <a:ext cx="3007080" cy="6866280"/>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7" name="CustomShape 5"/>
            <p:cNvSpPr/>
            <p:nvPr/>
          </p:nvSpPr>
          <p:spPr>
            <a:xfrm>
              <a:off x="9603360" y="-8640"/>
              <a:ext cx="2588040" cy="6866280"/>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8" name="CustomShape 6"/>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9" name="CustomShape 7"/>
            <p:cNvSpPr/>
            <p:nvPr/>
          </p:nvSpPr>
          <p:spPr>
            <a:xfrm>
              <a:off x="9334440" y="-8640"/>
              <a:ext cx="2854080" cy="686628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0" name="CustomShape 8"/>
            <p:cNvSpPr/>
            <p:nvPr/>
          </p:nvSpPr>
          <p:spPr>
            <a:xfrm>
              <a:off x="10898640" y="-8640"/>
              <a:ext cx="1289880" cy="6866280"/>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1" name="CustomShape 9"/>
            <p:cNvSpPr/>
            <p:nvPr/>
          </p:nvSpPr>
          <p:spPr>
            <a:xfrm>
              <a:off x="10938960" y="-8640"/>
              <a:ext cx="1249560" cy="6866280"/>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2" name="CustomShape 10"/>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3" name="CustomShape 11"/>
            <p:cNvSpPr/>
            <p:nvPr/>
          </p:nvSpPr>
          <p:spPr>
            <a:xfrm>
              <a:off x="0" y="4013280"/>
              <a:ext cx="448200" cy="2844360"/>
            </a:xfrm>
            <a:prstGeom prst="triangle">
              <a:avLst>
                <a:gd name="adj" fmla="val 0"/>
              </a:avLst>
            </a:prstGeom>
            <a:solidFill>
              <a:schemeClr val="accent1">
                <a:alpha val="85000"/>
              </a:schemeClr>
            </a:solidFill>
            <a:ln>
              <a:no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p:style>
        </p:sp>
      </p:grpSp>
      <p:sp>
        <p:nvSpPr>
          <p:cNvPr id="74" name="PlaceHolder 12"/>
          <p:cNvSpPr>
            <a:spLocks noGrp="1"/>
          </p:cNvSpPr>
          <p:nvPr>
            <p:ph type="title"/>
          </p:nvPr>
        </p:nvSpPr>
        <p:spPr>
          <a:xfrm>
            <a:off x="677160" y="609480"/>
            <a:ext cx="8596440" cy="1320480"/>
          </a:xfrm>
          <a:prstGeom prst="rect">
            <a:avLst/>
          </a:prstGeom>
        </p:spPr>
        <p:txBody>
          <a:bodyPr>
            <a:normAutofit/>
          </a:bodyPr>
          <a:lstStyle/>
          <a:p>
            <a:pPr>
              <a:lnSpc>
                <a:spcPct val="100000"/>
              </a:lnSpc>
            </a:pPr>
            <a:r>
              <a:rPr lang="en-US" sz="3600" b="0" strike="noStrike" spc="-1">
                <a:solidFill>
                  <a:srgbClr val="90C226"/>
                </a:solidFill>
                <a:latin typeface="Trebuchet MS"/>
              </a:rPr>
              <a:t>Click to edit Master title style</a:t>
            </a:r>
            <a:endParaRPr lang="en-US" sz="3600" b="0" strike="noStrike" spc="-1">
              <a:solidFill>
                <a:srgbClr val="000000"/>
              </a:solidFill>
              <a:latin typeface="Trebuchet MS"/>
            </a:endParaRPr>
          </a:p>
        </p:txBody>
      </p:sp>
      <p:sp>
        <p:nvSpPr>
          <p:cNvPr id="75" name="PlaceHolder 13"/>
          <p:cNvSpPr>
            <a:spLocks noGrp="1"/>
          </p:cNvSpPr>
          <p:nvPr>
            <p:ph type="body"/>
          </p:nvPr>
        </p:nvSpPr>
        <p:spPr>
          <a:xfrm>
            <a:off x="677160" y="2160720"/>
            <a:ext cx="8596440" cy="3880440"/>
          </a:xfrm>
          <a:prstGeom prst="rect">
            <a:avLst/>
          </a:prstGeom>
        </p:spPr>
        <p:txBody>
          <a:bodyPr/>
          <a:lstStyle/>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Click to edit Master text styles</a:t>
            </a:r>
          </a:p>
          <a:p>
            <a:pPr marL="743040" lvl="1" indent="-285480">
              <a:lnSpc>
                <a:spcPct val="100000"/>
              </a:lnSpc>
              <a:spcBef>
                <a:spcPts val="1001"/>
              </a:spcBef>
              <a:buClr>
                <a:srgbClr val="90C226"/>
              </a:buClr>
              <a:buSzPct val="80000"/>
              <a:buFont typeface="Wingdings 3" charset="2"/>
              <a:buChar char=""/>
            </a:pPr>
            <a:r>
              <a:rPr lang="en-US" sz="1600" b="0" strike="noStrike" spc="-1">
                <a:solidFill>
                  <a:srgbClr val="404040"/>
                </a:solidFill>
                <a:latin typeface="Trebuchet MS"/>
              </a:rPr>
              <a:t>Second level</a:t>
            </a:r>
          </a:p>
          <a:p>
            <a:pPr marL="1143000" lvl="2" indent="-228240">
              <a:lnSpc>
                <a:spcPct val="100000"/>
              </a:lnSpc>
              <a:spcBef>
                <a:spcPts val="1001"/>
              </a:spcBef>
              <a:buClr>
                <a:srgbClr val="90C226"/>
              </a:buClr>
              <a:buSzPct val="80000"/>
              <a:buFont typeface="Wingdings 3" charset="2"/>
              <a:buChar char=""/>
            </a:pPr>
            <a:r>
              <a:rPr lang="en-US" sz="1400" b="0" strike="noStrike" spc="-1">
                <a:solidFill>
                  <a:srgbClr val="404040"/>
                </a:solidFill>
                <a:latin typeface="Trebuchet MS"/>
              </a:rPr>
              <a:t>Third level</a:t>
            </a:r>
          </a:p>
          <a:p>
            <a:pPr marL="1600200" lvl="3" indent="-228240">
              <a:lnSpc>
                <a:spcPct val="100000"/>
              </a:lnSpc>
              <a:spcBef>
                <a:spcPts val="1001"/>
              </a:spcBef>
              <a:buClr>
                <a:srgbClr val="90C226"/>
              </a:buClr>
              <a:buSzPct val="80000"/>
              <a:buFont typeface="Wingdings 3" charset="2"/>
              <a:buChar char=""/>
            </a:pPr>
            <a:r>
              <a:rPr lang="en-US" sz="1200" b="0" strike="noStrike" spc="-1">
                <a:solidFill>
                  <a:srgbClr val="404040"/>
                </a:solidFill>
                <a:latin typeface="Trebuchet MS"/>
              </a:rPr>
              <a:t>Fourth level</a:t>
            </a:r>
          </a:p>
          <a:p>
            <a:pPr marL="2057400" lvl="4" indent="-228240">
              <a:lnSpc>
                <a:spcPct val="100000"/>
              </a:lnSpc>
              <a:spcBef>
                <a:spcPts val="1001"/>
              </a:spcBef>
              <a:buClr>
                <a:srgbClr val="90C226"/>
              </a:buClr>
              <a:buSzPct val="80000"/>
              <a:buFont typeface="Wingdings 3" charset="2"/>
              <a:buChar char=""/>
            </a:pPr>
            <a:r>
              <a:rPr lang="en-US" sz="1200" b="0" strike="noStrike" spc="-1">
                <a:solidFill>
                  <a:srgbClr val="404040"/>
                </a:solidFill>
                <a:latin typeface="Trebuchet MS"/>
              </a:rPr>
              <a:t>Fifth level</a:t>
            </a:r>
          </a:p>
        </p:txBody>
      </p:sp>
      <p:sp>
        <p:nvSpPr>
          <p:cNvPr id="76" name="PlaceHolder 14"/>
          <p:cNvSpPr>
            <a:spLocks noGrp="1"/>
          </p:cNvSpPr>
          <p:nvPr>
            <p:ph type="dt"/>
          </p:nvPr>
        </p:nvSpPr>
        <p:spPr>
          <a:xfrm>
            <a:off x="7205040" y="6041520"/>
            <a:ext cx="911520" cy="364680"/>
          </a:xfrm>
          <a:prstGeom prst="rect">
            <a:avLst/>
          </a:prstGeom>
        </p:spPr>
        <p:txBody>
          <a:bodyPr anchor="ctr"/>
          <a:lstStyle/>
          <a:p>
            <a:pPr algn="r">
              <a:lnSpc>
                <a:spcPct val="100000"/>
              </a:lnSpc>
            </a:pPr>
            <a:fld id="{E4B92B18-5BE3-426C-9520-5DC5D31FE3E4}" type="datetime1">
              <a:rPr lang="en-US" sz="900" b="0" strike="noStrike" spc="-1">
                <a:solidFill>
                  <a:srgbClr val="8B8B8B"/>
                </a:solidFill>
                <a:latin typeface="Trebuchet MS"/>
              </a:rPr>
              <a:t>28-Oct-24</a:t>
            </a:fld>
            <a:endParaRPr lang="en-US" sz="900" b="0" strike="noStrike" spc="-1">
              <a:latin typeface="Times New Roman"/>
            </a:endParaRPr>
          </a:p>
        </p:txBody>
      </p:sp>
      <p:sp>
        <p:nvSpPr>
          <p:cNvPr id="77" name="PlaceHolder 15"/>
          <p:cNvSpPr>
            <a:spLocks noGrp="1"/>
          </p:cNvSpPr>
          <p:nvPr>
            <p:ph type="ftr"/>
          </p:nvPr>
        </p:nvSpPr>
        <p:spPr>
          <a:xfrm>
            <a:off x="677160" y="6041520"/>
            <a:ext cx="6297120" cy="364680"/>
          </a:xfrm>
          <a:prstGeom prst="rect">
            <a:avLst/>
          </a:prstGeom>
        </p:spPr>
        <p:txBody>
          <a:bodyPr anchor="ctr"/>
          <a:lstStyle/>
          <a:p>
            <a:endParaRPr lang="en-US" sz="2400" b="0" strike="noStrike" spc="-1">
              <a:latin typeface="Times New Roman"/>
            </a:endParaRPr>
          </a:p>
        </p:txBody>
      </p:sp>
      <p:sp>
        <p:nvSpPr>
          <p:cNvPr id="78" name="PlaceHolder 16"/>
          <p:cNvSpPr>
            <a:spLocks noGrp="1"/>
          </p:cNvSpPr>
          <p:nvPr>
            <p:ph type="sldNum"/>
          </p:nvPr>
        </p:nvSpPr>
        <p:spPr>
          <a:xfrm>
            <a:off x="8590680" y="6041520"/>
            <a:ext cx="682920" cy="364680"/>
          </a:xfrm>
          <a:prstGeom prst="rect">
            <a:avLst/>
          </a:prstGeom>
        </p:spPr>
        <p:txBody>
          <a:bodyPr anchor="ctr"/>
          <a:lstStyle/>
          <a:p>
            <a:pPr algn="r">
              <a:lnSpc>
                <a:spcPct val="100000"/>
              </a:lnSpc>
            </a:pPr>
            <a:fld id="{6E61C527-EFC1-4AB9-9E31-14469471F7EB}" type="slidenum">
              <a:rPr lang="en-US" sz="900" b="0" strike="noStrike" spc="-1">
                <a:solidFill>
                  <a:srgbClr val="90C226"/>
                </a:solidFill>
                <a:latin typeface="Trebuchet MS"/>
              </a:rPr>
              <a:t>‹#›</a:t>
            </a:fld>
            <a:endParaRPr lang="en-US" sz="9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Shape 1"/>
          <p:cNvSpPr txBox="1"/>
          <p:nvPr/>
        </p:nvSpPr>
        <p:spPr>
          <a:xfrm>
            <a:off x="1506960" y="2404440"/>
            <a:ext cx="7766640" cy="1645920"/>
          </a:xfrm>
          <a:prstGeom prst="rect">
            <a:avLst/>
          </a:prstGeom>
          <a:noFill/>
          <a:ln>
            <a:noFill/>
          </a:ln>
        </p:spPr>
        <p:txBody>
          <a:bodyPr anchor="b"/>
          <a:lstStyle/>
          <a:p>
            <a:pPr algn="r">
              <a:lnSpc>
                <a:spcPct val="100000"/>
              </a:lnSpc>
            </a:pPr>
            <a:r>
              <a:rPr lang="en-US" sz="5400" b="0" strike="noStrike" spc="-1">
                <a:solidFill>
                  <a:srgbClr val="90C226"/>
                </a:solidFill>
                <a:latin typeface="Trebuchet MS"/>
              </a:rPr>
              <a:t>Encapsulation &amp; Abstraction</a:t>
            </a:r>
            <a:endParaRPr lang="en-US" sz="5400" b="0" strike="noStrike" spc="-1">
              <a:solidFill>
                <a:srgbClr val="000000"/>
              </a:solidFill>
              <a:latin typeface="Trebuchet MS"/>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TextShape 1"/>
          <p:cNvSpPr txBox="1"/>
          <p:nvPr/>
        </p:nvSpPr>
        <p:spPr>
          <a:xfrm>
            <a:off x="677160" y="609480"/>
            <a:ext cx="8596440" cy="1320480"/>
          </a:xfrm>
          <a:prstGeom prst="rect">
            <a:avLst/>
          </a:prstGeom>
          <a:noFill/>
          <a:ln>
            <a:noFill/>
          </a:ln>
        </p:spPr>
        <p:txBody>
          <a:bodyPr>
            <a:normAutofit/>
          </a:bodyPr>
          <a:lstStyle/>
          <a:p>
            <a:pPr algn="ctr">
              <a:lnSpc>
                <a:spcPct val="100000"/>
              </a:lnSpc>
            </a:pPr>
            <a:r>
              <a:rPr lang="en-US" sz="8000" b="1" u="sng" strike="noStrike" spc="-1">
                <a:solidFill>
                  <a:srgbClr val="90C226"/>
                </a:solidFill>
                <a:uFillTx/>
                <a:latin typeface="Trebuchet MS"/>
              </a:rPr>
              <a:t>Encapsulation</a:t>
            </a:r>
            <a:endParaRPr lang="en-US" sz="8000" b="0" strike="noStrike" spc="-1">
              <a:solidFill>
                <a:srgbClr val="000000"/>
              </a:solidFill>
              <a:latin typeface="Trebuchet MS"/>
            </a:endParaRPr>
          </a:p>
        </p:txBody>
      </p:sp>
      <p:pic>
        <p:nvPicPr>
          <p:cNvPr id="118" name="Content Placeholder 3"/>
          <p:cNvPicPr/>
          <p:nvPr/>
        </p:nvPicPr>
        <p:blipFill>
          <a:blip r:embed="rId2"/>
          <a:stretch/>
        </p:blipFill>
        <p:spPr>
          <a:xfrm>
            <a:off x="1637640" y="2160720"/>
            <a:ext cx="6676200" cy="388116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1"/>
          <p:cNvSpPr txBox="1"/>
          <p:nvPr/>
        </p:nvSpPr>
        <p:spPr>
          <a:xfrm>
            <a:off x="677160" y="609480"/>
            <a:ext cx="8596440" cy="1320480"/>
          </a:xfrm>
          <a:prstGeom prst="rect">
            <a:avLst/>
          </a:prstGeom>
          <a:noFill/>
          <a:ln>
            <a:noFill/>
          </a:ln>
        </p:spPr>
        <p:txBody>
          <a:bodyPr/>
          <a:lstStyle/>
          <a:p>
            <a:pPr>
              <a:lnSpc>
                <a:spcPct val="100000"/>
              </a:lnSpc>
            </a:pPr>
            <a:r>
              <a:rPr lang="en-US" sz="3600" b="1" u="sng" strike="noStrike" spc="-1">
                <a:solidFill>
                  <a:srgbClr val="90C226"/>
                </a:solidFill>
                <a:uFillTx/>
                <a:latin typeface="Trebuchet MS"/>
              </a:rPr>
              <a:t>Encapsulation</a:t>
            </a:r>
            <a:endParaRPr lang="en-US" sz="3600" b="0" strike="noStrike" spc="-1">
              <a:solidFill>
                <a:srgbClr val="000000"/>
              </a:solidFill>
              <a:latin typeface="Trebuchet MS"/>
            </a:endParaRPr>
          </a:p>
        </p:txBody>
      </p:sp>
      <p:sp>
        <p:nvSpPr>
          <p:cNvPr id="120" name="TextShape 2"/>
          <p:cNvSpPr txBox="1"/>
          <p:nvPr/>
        </p:nvSpPr>
        <p:spPr>
          <a:xfrm>
            <a:off x="677160" y="2160720"/>
            <a:ext cx="8596440" cy="3880440"/>
          </a:xfrm>
          <a:prstGeom prst="rect">
            <a:avLst/>
          </a:prstGeom>
          <a:noFill/>
          <a:ln>
            <a:noFill/>
          </a:ln>
        </p:spPr>
        <p:txBody>
          <a:bodyPr/>
          <a:lstStyle/>
          <a:p>
            <a:pPr marL="343080" indent="-342720" algn="just">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Encapsulation</a:t>
            </a:r>
            <a:r>
              <a:rPr lang="en-US" sz="1800" b="1" strike="noStrike" spc="-1">
                <a:solidFill>
                  <a:srgbClr val="404040"/>
                </a:solidFill>
                <a:latin typeface="Trebuchet MS"/>
              </a:rPr>
              <a:t> </a:t>
            </a:r>
            <a:r>
              <a:rPr lang="en-US" sz="1800" b="0" strike="noStrike" spc="-1">
                <a:solidFill>
                  <a:srgbClr val="404040"/>
                </a:solidFill>
                <a:latin typeface="Trebuchet MS"/>
              </a:rPr>
              <a:t>in C++ is defined as the wrapping up of data and information in a single unit. In Object Oriented Programming, Encapsulation is defined as binding together the data and the functions that manipulate them.</a:t>
            </a:r>
          </a:p>
          <a:p>
            <a:pPr algn="just">
              <a:lnSpc>
                <a:spcPct val="100000"/>
              </a:lnSpc>
              <a:spcBef>
                <a:spcPts val="1001"/>
              </a:spcBef>
            </a:pPr>
            <a:endParaRPr lang="en-US" sz="1800" b="0" strike="noStrike" spc="-1">
              <a:solidFill>
                <a:srgbClr val="404040"/>
              </a:solidFill>
              <a:latin typeface="Trebuchet MS"/>
            </a:endParaRPr>
          </a:p>
        </p:txBody>
      </p:sp>
      <p:pic>
        <p:nvPicPr>
          <p:cNvPr id="121" name="Picture 3"/>
          <p:cNvPicPr/>
          <p:nvPr/>
        </p:nvPicPr>
        <p:blipFill>
          <a:blip r:embed="rId2"/>
          <a:stretch/>
        </p:blipFill>
        <p:spPr>
          <a:xfrm>
            <a:off x="3809880" y="3602160"/>
            <a:ext cx="5527440" cy="32554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Shape 1"/>
          <p:cNvSpPr txBox="1"/>
          <p:nvPr/>
        </p:nvSpPr>
        <p:spPr>
          <a:xfrm>
            <a:off x="677160" y="609480"/>
            <a:ext cx="8596440" cy="1320480"/>
          </a:xfrm>
          <a:prstGeom prst="rect">
            <a:avLst/>
          </a:prstGeom>
          <a:noFill/>
          <a:ln>
            <a:noFill/>
          </a:ln>
        </p:spPr>
        <p:txBody>
          <a:bodyPr/>
          <a:lstStyle/>
          <a:p>
            <a:pPr>
              <a:lnSpc>
                <a:spcPct val="100000"/>
              </a:lnSpc>
            </a:pPr>
            <a:r>
              <a:rPr lang="en-US" sz="3600" b="1" u="sng" strike="noStrike" spc="-1">
                <a:solidFill>
                  <a:srgbClr val="90C226"/>
                </a:solidFill>
                <a:uFillTx/>
                <a:latin typeface="Trebuchet MS"/>
              </a:rPr>
              <a:t>Encapsulation</a:t>
            </a:r>
            <a:endParaRPr lang="en-US" sz="3600" b="0" strike="noStrike" spc="-1">
              <a:solidFill>
                <a:srgbClr val="000000"/>
              </a:solidFill>
              <a:latin typeface="Trebuchet MS"/>
            </a:endParaRPr>
          </a:p>
        </p:txBody>
      </p:sp>
      <p:sp>
        <p:nvSpPr>
          <p:cNvPr id="123" name="TextShape 2"/>
          <p:cNvSpPr txBox="1"/>
          <p:nvPr/>
        </p:nvSpPr>
        <p:spPr>
          <a:xfrm>
            <a:off x="838080" y="1399320"/>
            <a:ext cx="10515240" cy="5306040"/>
          </a:xfrm>
          <a:prstGeom prst="rect">
            <a:avLst/>
          </a:prstGeom>
          <a:noFill/>
          <a:ln>
            <a:noFill/>
          </a:ln>
        </p:spPr>
        <p:txBody>
          <a:bodyPr>
            <a:normAutofit/>
          </a:bodyPr>
          <a:lstStyle/>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Consider a real-life example of encapsulation, in a company, there are different sections like the accounts section, finance section, sales section, etc. Now,</a:t>
            </a:r>
          </a:p>
          <a:p>
            <a:pPr marL="743040" lvl="1" indent="-285480">
              <a:lnSpc>
                <a:spcPct val="100000"/>
              </a:lnSpc>
              <a:spcBef>
                <a:spcPts val="1001"/>
              </a:spcBef>
              <a:buClr>
                <a:srgbClr val="90C226"/>
              </a:buClr>
              <a:buSzPct val="80000"/>
              <a:buFont typeface="Wingdings 3" charset="2"/>
              <a:buChar char=""/>
            </a:pPr>
            <a:r>
              <a:rPr lang="en-US" sz="1600" b="0" strike="noStrike" spc="-1">
                <a:solidFill>
                  <a:srgbClr val="404040"/>
                </a:solidFill>
                <a:latin typeface="Trebuchet MS"/>
              </a:rPr>
              <a:t>The finance section handles all the financial transactions and keeps records of all the data related to finance.</a:t>
            </a:r>
          </a:p>
          <a:p>
            <a:pPr marL="743040" lvl="1" indent="-285480">
              <a:lnSpc>
                <a:spcPct val="100000"/>
              </a:lnSpc>
              <a:spcBef>
                <a:spcPts val="1001"/>
              </a:spcBef>
              <a:buClr>
                <a:srgbClr val="90C226"/>
              </a:buClr>
              <a:buSzPct val="80000"/>
              <a:buFont typeface="Wingdings 3" charset="2"/>
              <a:buChar char=""/>
            </a:pPr>
            <a:r>
              <a:rPr lang="en-US" sz="1600" b="0" strike="noStrike" spc="-1">
                <a:solidFill>
                  <a:srgbClr val="404040"/>
                </a:solidFill>
                <a:latin typeface="Trebuchet MS"/>
              </a:rPr>
              <a:t>Similarly, the sales section handles all the sales-related activities and keeps records of all the sales.</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Now there may arise a situation when for some reason an official from the finance section needs all the data about sales in a particular month.</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In this case, he is not allowed to directly access the data of the sales section. He will first have to contact some other officer in the sales section and then request him to give the particular data.</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This is what </a:t>
            </a:r>
            <a:r>
              <a:rPr lang="en-US" sz="1800" b="1" strike="noStrike" spc="-1">
                <a:solidFill>
                  <a:srgbClr val="404040"/>
                </a:solidFill>
                <a:latin typeface="Trebuchet MS"/>
              </a:rPr>
              <a:t>Encapsulation</a:t>
            </a:r>
            <a:r>
              <a:rPr lang="en-US" sz="1800" b="1" i="1" strike="noStrike" spc="-1">
                <a:solidFill>
                  <a:srgbClr val="404040"/>
                </a:solidFill>
                <a:latin typeface="Trebuchet MS"/>
              </a:rPr>
              <a:t> </a:t>
            </a:r>
            <a:r>
              <a:rPr lang="en-US" sz="1800" b="0" strike="noStrike" spc="-1">
                <a:solidFill>
                  <a:srgbClr val="404040"/>
                </a:solidFill>
                <a:latin typeface="Trebuchet MS"/>
              </a:rPr>
              <a:t>is. Here the data of the sales section and the employees that can manipulate them are wrapped under a single name “sales section”. </a:t>
            </a:r>
          </a:p>
          <a:p>
            <a:pPr>
              <a:lnSpc>
                <a:spcPct val="100000"/>
              </a:lnSpc>
              <a:spcBef>
                <a:spcPts val="1001"/>
              </a:spcBef>
            </a:pPr>
            <a:endParaRPr lang="en-US" sz="1800" b="0" strike="noStrike" spc="-1">
              <a:solidFill>
                <a:srgbClr val="404040"/>
              </a:solidFill>
              <a:latin typeface="Trebuchet MS"/>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xtShape 1"/>
          <p:cNvSpPr txBox="1"/>
          <p:nvPr/>
        </p:nvSpPr>
        <p:spPr>
          <a:xfrm>
            <a:off x="677160" y="609480"/>
            <a:ext cx="8596440" cy="1320480"/>
          </a:xfrm>
          <a:prstGeom prst="rect">
            <a:avLst/>
          </a:prstGeom>
          <a:noFill/>
          <a:ln>
            <a:noFill/>
          </a:ln>
        </p:spPr>
        <p:txBody>
          <a:bodyPr/>
          <a:lstStyle/>
          <a:p>
            <a:pPr>
              <a:lnSpc>
                <a:spcPct val="100000"/>
              </a:lnSpc>
            </a:pPr>
            <a:r>
              <a:rPr lang="en-US" sz="3600" b="1" u="sng" strike="noStrike" spc="-1">
                <a:solidFill>
                  <a:srgbClr val="90C226"/>
                </a:solidFill>
                <a:uFillTx/>
                <a:latin typeface="Trebuchet MS"/>
              </a:rPr>
              <a:t>Encapsulation</a:t>
            </a:r>
            <a:endParaRPr lang="en-US" sz="3600" b="0" strike="noStrike" spc="-1">
              <a:solidFill>
                <a:srgbClr val="000000"/>
              </a:solidFill>
              <a:latin typeface="Trebuchet MS"/>
            </a:endParaRPr>
          </a:p>
        </p:txBody>
      </p:sp>
      <p:sp>
        <p:nvSpPr>
          <p:cNvPr id="125" name="TextShape 2"/>
          <p:cNvSpPr txBox="1"/>
          <p:nvPr/>
        </p:nvSpPr>
        <p:spPr>
          <a:xfrm>
            <a:off x="838080" y="1454760"/>
            <a:ext cx="10515240" cy="4721760"/>
          </a:xfrm>
          <a:prstGeom prst="rect">
            <a:avLst/>
          </a:prstGeom>
          <a:noFill/>
          <a:ln>
            <a:noFill/>
          </a:ln>
        </p:spPr>
        <p:txBody>
          <a:bodyPr/>
          <a:lstStyle/>
          <a:p>
            <a:pPr marL="343080" indent="-342720" algn="just">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Two Important  property of Encapsulation </a:t>
            </a:r>
            <a:endParaRPr lang="en-US" sz="1800" b="0" strike="noStrike" spc="-1">
              <a:solidFill>
                <a:srgbClr val="404040"/>
              </a:solidFill>
              <a:latin typeface="Trebuchet MS"/>
            </a:endParaRPr>
          </a:p>
          <a:p>
            <a:pPr marL="343080" indent="-342720" algn="just">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Data Protection: </a:t>
            </a:r>
            <a:r>
              <a:rPr lang="en-US" sz="1800" b="0" strike="noStrike" spc="-1">
                <a:solidFill>
                  <a:srgbClr val="404040"/>
                </a:solidFill>
                <a:latin typeface="Trebuchet MS"/>
              </a:rPr>
              <a:t>Encapsulation protects the internal state of an object by keeping its data members private. Access to and modification of these data members is restricted to the class’s public methods, ensuring controlled and secure data manipulation.</a:t>
            </a:r>
          </a:p>
          <a:p>
            <a:pPr marL="343080" indent="-342720" algn="just">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Data Hiding: </a:t>
            </a:r>
            <a:r>
              <a:rPr lang="en-US" sz="1800" b="0" strike="noStrike" spc="-1">
                <a:solidFill>
                  <a:srgbClr val="404040"/>
                </a:solidFill>
                <a:latin typeface="Trebuchet MS"/>
              </a:rPr>
              <a:t>Encapsulation hides the internal implementation details of a class from external code. Only the public interface of the class is accessible, providing abstraction and simplifying the usage of the class while allowing the internal implementation to be modified without impacting external code.</a:t>
            </a:r>
          </a:p>
          <a:p>
            <a:pPr>
              <a:lnSpc>
                <a:spcPct val="100000"/>
              </a:lnSpc>
              <a:spcBef>
                <a:spcPts val="1001"/>
              </a:spcBef>
            </a:pPr>
            <a:endParaRPr lang="en-US" sz="1800" b="0" strike="noStrike" spc="-1">
              <a:solidFill>
                <a:srgbClr val="404040"/>
              </a:solidFill>
              <a:latin typeface="Trebuchet MS"/>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Shape 1"/>
          <p:cNvSpPr txBox="1"/>
          <p:nvPr/>
        </p:nvSpPr>
        <p:spPr>
          <a:xfrm>
            <a:off x="677160" y="609480"/>
            <a:ext cx="8596440" cy="1320480"/>
          </a:xfrm>
          <a:prstGeom prst="rect">
            <a:avLst/>
          </a:prstGeom>
          <a:noFill/>
          <a:ln>
            <a:noFill/>
          </a:ln>
        </p:spPr>
        <p:txBody>
          <a:bodyPr/>
          <a:lstStyle/>
          <a:p>
            <a:pPr>
              <a:lnSpc>
                <a:spcPct val="100000"/>
              </a:lnSpc>
            </a:pPr>
            <a:r>
              <a:rPr lang="en-US" sz="3600" b="1" u="sng" strike="noStrike" spc="-1">
                <a:solidFill>
                  <a:srgbClr val="90C226"/>
                </a:solidFill>
                <a:uFillTx/>
                <a:latin typeface="Trebuchet MS"/>
              </a:rPr>
              <a:t>Encapsulation</a:t>
            </a:r>
            <a:endParaRPr lang="en-US" sz="3600" b="0" strike="noStrike" spc="-1">
              <a:solidFill>
                <a:srgbClr val="000000"/>
              </a:solidFill>
              <a:latin typeface="Trebuchet MS"/>
            </a:endParaRPr>
          </a:p>
        </p:txBody>
      </p:sp>
      <p:sp>
        <p:nvSpPr>
          <p:cNvPr id="127" name="TextShape 2"/>
          <p:cNvSpPr txBox="1"/>
          <p:nvPr/>
        </p:nvSpPr>
        <p:spPr>
          <a:xfrm>
            <a:off x="838080" y="1825560"/>
            <a:ext cx="10515240" cy="4893480"/>
          </a:xfrm>
          <a:prstGeom prst="rect">
            <a:avLst/>
          </a:prstGeom>
          <a:noFill/>
          <a:ln>
            <a:noFill/>
          </a:ln>
        </p:spPr>
        <p:txBody>
          <a:bodyPr>
            <a:normAutofit/>
          </a:bodyPr>
          <a:lstStyle/>
          <a:p>
            <a:pPr marL="343080" indent="-342720">
              <a:lnSpc>
                <a:spcPct val="100000"/>
              </a:lnSpc>
              <a:spcBef>
                <a:spcPts val="1001"/>
              </a:spcBef>
              <a:buClr>
                <a:srgbClr val="90C226"/>
              </a:buClr>
              <a:buSzPct val="80000"/>
              <a:buFont typeface="Wingdings 3" charset="2"/>
              <a:buChar char=""/>
            </a:pPr>
            <a:r>
              <a:rPr lang="en-US" sz="1800" b="1" u="sng" strike="noStrike" spc="-1">
                <a:solidFill>
                  <a:srgbClr val="404040"/>
                </a:solidFill>
                <a:uFillTx/>
                <a:latin typeface="Trebuchet MS"/>
              </a:rPr>
              <a:t>Features of Encapsulation</a:t>
            </a:r>
            <a:endParaRPr lang="en-US" sz="1800" b="0" strike="noStrike" spc="-1">
              <a:solidFill>
                <a:srgbClr val="404040"/>
              </a:solidFill>
              <a:latin typeface="Trebuchet MS"/>
            </a:endParaRP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We can not access any function from the class directly. We need an object to access that function that is using the member variables of that class. </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The function which we are making inside the class must use only member variables, only then it is called </a:t>
            </a:r>
            <a:r>
              <a:rPr lang="en-US" sz="1800" b="0" i="1" strike="noStrike" spc="-1">
                <a:solidFill>
                  <a:srgbClr val="404040"/>
                </a:solidFill>
                <a:latin typeface="Trebuchet MS"/>
              </a:rPr>
              <a:t>encapsulation</a:t>
            </a:r>
            <a:r>
              <a:rPr lang="en-US" sz="1800" b="0" strike="noStrike" spc="-1">
                <a:solidFill>
                  <a:srgbClr val="404040"/>
                </a:solidFill>
                <a:latin typeface="Trebuchet MS"/>
              </a:rPr>
              <a:t>.</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If we don’t make a function inside the class which is using the member variable of the class then we don’t call it encapsulation.</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Increase in the security of data</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It helps to control the modification of our data members.</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Data hiding:</a:t>
            </a:r>
          </a:p>
          <a:p>
            <a:pPr marL="343080" indent="-342720">
              <a:lnSpc>
                <a:spcPct val="100000"/>
              </a:lnSpc>
              <a:spcBef>
                <a:spcPts val="1001"/>
              </a:spcBef>
              <a:buClr>
                <a:srgbClr val="90C226"/>
              </a:buClr>
              <a:buSzPct val="80000"/>
              <a:buFont typeface="Wingdings 3" charset="2"/>
              <a:buChar char=""/>
            </a:pPr>
            <a:r>
              <a:rPr lang="en-US" sz="1800" b="1" i="1" strike="noStrike" spc="-1">
                <a:solidFill>
                  <a:srgbClr val="404040"/>
                </a:solidFill>
                <a:latin typeface="Trebuchet MS"/>
              </a:rPr>
              <a:t>Data hiding is an important aspect of encapsulation that enables the data members of a class to be hidden from the clients of the class. By making the data members private and enabling accessor and mutator functions to access and modify the data members, data hiding can be accomplished.</a:t>
            </a:r>
            <a:endParaRPr lang="en-US" sz="1800" b="0" strike="noStrike" spc="-1">
              <a:solidFill>
                <a:srgbClr val="404040"/>
              </a:solidFill>
              <a:latin typeface="Trebuchet MS"/>
            </a:endParaRPr>
          </a:p>
          <a:p>
            <a:pPr>
              <a:lnSpc>
                <a:spcPct val="100000"/>
              </a:lnSpc>
              <a:spcBef>
                <a:spcPts val="1001"/>
              </a:spcBef>
            </a:pPr>
            <a:endParaRPr lang="en-US" sz="1800" b="0" strike="noStrike" spc="-1">
              <a:solidFill>
                <a:srgbClr val="404040"/>
              </a:solidFill>
              <a:latin typeface="Trebuchet MS"/>
            </a:endParaRPr>
          </a:p>
          <a:p>
            <a:pPr>
              <a:lnSpc>
                <a:spcPct val="100000"/>
              </a:lnSpc>
              <a:spcBef>
                <a:spcPts val="1001"/>
              </a:spcBef>
            </a:pPr>
            <a:endParaRPr lang="en-US" sz="1800" b="0" strike="noStrike" spc="-1">
              <a:solidFill>
                <a:srgbClr val="404040"/>
              </a:solidFill>
              <a:latin typeface="Trebuchet MS"/>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Shape 1"/>
          <p:cNvSpPr txBox="1"/>
          <p:nvPr/>
        </p:nvSpPr>
        <p:spPr>
          <a:xfrm>
            <a:off x="727200" y="0"/>
            <a:ext cx="10515240" cy="443160"/>
          </a:xfrm>
          <a:prstGeom prst="rect">
            <a:avLst/>
          </a:prstGeom>
          <a:noFill/>
          <a:ln>
            <a:noFill/>
          </a:ln>
        </p:spPr>
        <p:txBody>
          <a:bodyPr>
            <a:normAutofit/>
          </a:bodyPr>
          <a:lstStyle/>
          <a:p>
            <a:pPr algn="ctr">
              <a:lnSpc>
                <a:spcPct val="100000"/>
              </a:lnSpc>
            </a:pPr>
            <a:r>
              <a:rPr lang="en-US" sz="3600" b="0" u="sng" strike="noStrike" spc="-1">
                <a:solidFill>
                  <a:srgbClr val="90C226"/>
                </a:solidFill>
                <a:uFillTx/>
                <a:latin typeface="Trebuchet MS"/>
              </a:rPr>
              <a:t>Example 1 Code:</a:t>
            </a:r>
            <a:endParaRPr lang="en-US" sz="3600" b="0" strike="noStrike" spc="-1">
              <a:solidFill>
                <a:srgbClr val="000000"/>
              </a:solidFill>
              <a:latin typeface="Trebuchet MS"/>
            </a:endParaRPr>
          </a:p>
        </p:txBody>
      </p:sp>
      <p:sp>
        <p:nvSpPr>
          <p:cNvPr id="129" name="CustomShape 2"/>
          <p:cNvSpPr/>
          <p:nvPr/>
        </p:nvSpPr>
        <p:spPr>
          <a:xfrm>
            <a:off x="727200" y="641880"/>
            <a:ext cx="6095520" cy="4479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Trebuchet MS"/>
              </a:rPr>
              <a:t>#include &lt;iostream&gt;</a:t>
            </a:r>
            <a:endParaRPr lang="en-US" sz="1800" b="0" strike="noStrike" spc="-1">
              <a:latin typeface="Arial"/>
            </a:endParaRPr>
          </a:p>
          <a:p>
            <a:pPr>
              <a:lnSpc>
                <a:spcPct val="100000"/>
              </a:lnSpc>
            </a:pPr>
            <a:r>
              <a:rPr lang="en-US" sz="1800" b="0" strike="noStrike" spc="-1">
                <a:solidFill>
                  <a:srgbClr val="000000"/>
                </a:solidFill>
                <a:latin typeface="Trebuchet MS"/>
              </a:rPr>
              <a:t>using namespace std;</a:t>
            </a:r>
            <a:endParaRPr lang="en-US" sz="1800" b="0" strike="noStrike" spc="-1">
              <a:latin typeface="Arial"/>
            </a:endParaRPr>
          </a:p>
          <a:p>
            <a:pPr>
              <a:lnSpc>
                <a:spcPct val="100000"/>
              </a:lnSpc>
            </a:pPr>
            <a:r>
              <a:rPr lang="en-US" sz="1800" b="0" strike="noStrike" spc="-1">
                <a:solidFill>
                  <a:srgbClr val="000000"/>
                </a:solidFill>
                <a:latin typeface="Trebuchet MS"/>
              </a:rPr>
              <a:t>class Encapsulation {</a:t>
            </a:r>
            <a:endParaRPr lang="en-US" sz="1800" b="0" strike="noStrike" spc="-1">
              <a:latin typeface="Arial"/>
            </a:endParaRPr>
          </a:p>
          <a:p>
            <a:pPr>
              <a:lnSpc>
                <a:spcPct val="100000"/>
              </a:lnSpc>
            </a:pPr>
            <a:r>
              <a:rPr lang="en-US" sz="1800" b="0" strike="noStrike" spc="-1">
                <a:solidFill>
                  <a:srgbClr val="000000"/>
                </a:solidFill>
                <a:latin typeface="Trebuchet MS"/>
              </a:rPr>
              <a:t>private:</a:t>
            </a:r>
            <a:endParaRPr lang="en-US" sz="1800" b="0" strike="noStrike" spc="-1">
              <a:latin typeface="Arial"/>
            </a:endParaRPr>
          </a:p>
          <a:p>
            <a:pPr>
              <a:lnSpc>
                <a:spcPct val="100000"/>
              </a:lnSpc>
            </a:pPr>
            <a:r>
              <a:rPr lang="en-US" sz="1800" b="0" strike="noStrike" spc="-1">
                <a:solidFill>
                  <a:srgbClr val="000000"/>
                </a:solidFill>
                <a:latin typeface="Trebuchet MS"/>
              </a:rPr>
              <a:t>	// Data hidden from outside world</a:t>
            </a:r>
            <a:endParaRPr lang="en-US" sz="1800" b="0" strike="noStrike" spc="-1">
              <a:latin typeface="Arial"/>
            </a:endParaRPr>
          </a:p>
          <a:p>
            <a:pPr>
              <a:lnSpc>
                <a:spcPct val="100000"/>
              </a:lnSpc>
            </a:pPr>
            <a:r>
              <a:rPr lang="en-US" sz="1800" b="0" strike="noStrike" spc="-1">
                <a:solidFill>
                  <a:srgbClr val="000000"/>
                </a:solidFill>
                <a:latin typeface="Trebuchet MS"/>
              </a:rPr>
              <a:t>	int x;</a:t>
            </a:r>
            <a:endParaRPr lang="en-US" sz="1800" b="0" strike="noStrike" spc="-1">
              <a:latin typeface="Arial"/>
            </a:endParaRPr>
          </a:p>
          <a:p>
            <a:pPr>
              <a:lnSpc>
                <a:spcPct val="100000"/>
              </a:lnSpc>
            </a:pPr>
            <a:r>
              <a:rPr lang="en-US" sz="1800" b="0" strike="noStrike" spc="-1">
                <a:solidFill>
                  <a:srgbClr val="000000"/>
                </a:solidFill>
                <a:latin typeface="Trebuchet MS"/>
              </a:rPr>
              <a:t>public:</a:t>
            </a:r>
            <a:endParaRPr lang="en-US" sz="1800" b="0" strike="noStrike" spc="-1">
              <a:latin typeface="Arial"/>
            </a:endParaRPr>
          </a:p>
          <a:p>
            <a:pPr>
              <a:lnSpc>
                <a:spcPct val="100000"/>
              </a:lnSpc>
            </a:pPr>
            <a:r>
              <a:rPr lang="en-US" sz="1800" b="0" strike="noStrike" spc="-1">
                <a:solidFill>
                  <a:srgbClr val="000000"/>
                </a:solidFill>
                <a:latin typeface="Trebuchet MS"/>
              </a:rPr>
              <a:t>	// Function to set value of</a:t>
            </a:r>
            <a:endParaRPr lang="en-US" sz="1800" b="0" strike="noStrike" spc="-1">
              <a:latin typeface="Arial"/>
            </a:endParaRPr>
          </a:p>
          <a:p>
            <a:pPr>
              <a:lnSpc>
                <a:spcPct val="100000"/>
              </a:lnSpc>
            </a:pPr>
            <a:r>
              <a:rPr lang="en-US" sz="1800" b="0" strike="noStrike" spc="-1">
                <a:solidFill>
                  <a:srgbClr val="000000"/>
                </a:solidFill>
                <a:latin typeface="Trebuchet MS"/>
              </a:rPr>
              <a:t>	// variable x</a:t>
            </a:r>
            <a:endParaRPr lang="en-US" sz="1800" b="0" strike="noStrike" spc="-1">
              <a:latin typeface="Arial"/>
            </a:endParaRPr>
          </a:p>
          <a:p>
            <a:pPr>
              <a:lnSpc>
                <a:spcPct val="100000"/>
              </a:lnSpc>
            </a:pPr>
            <a:r>
              <a:rPr lang="en-US" sz="1800" b="0" strike="noStrike" spc="-1">
                <a:solidFill>
                  <a:srgbClr val="000000"/>
                </a:solidFill>
                <a:latin typeface="Trebuchet MS"/>
              </a:rPr>
              <a:t>	void set(int a) { x = a; }</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rebuchet MS"/>
              </a:rPr>
              <a:t>	// Function to return value of</a:t>
            </a:r>
            <a:endParaRPr lang="en-US" sz="1800" b="0" strike="noStrike" spc="-1">
              <a:latin typeface="Arial"/>
            </a:endParaRPr>
          </a:p>
          <a:p>
            <a:pPr>
              <a:lnSpc>
                <a:spcPct val="100000"/>
              </a:lnSpc>
            </a:pPr>
            <a:r>
              <a:rPr lang="en-US" sz="1800" b="0" strike="noStrike" spc="-1">
                <a:solidFill>
                  <a:srgbClr val="000000"/>
                </a:solidFill>
                <a:latin typeface="Trebuchet MS"/>
              </a:rPr>
              <a:t>	// variable x</a:t>
            </a:r>
            <a:endParaRPr lang="en-US" sz="1800" b="0" strike="noStrike" spc="-1">
              <a:latin typeface="Arial"/>
            </a:endParaRPr>
          </a:p>
          <a:p>
            <a:pPr>
              <a:lnSpc>
                <a:spcPct val="100000"/>
              </a:lnSpc>
            </a:pPr>
            <a:r>
              <a:rPr lang="en-US" sz="1800" b="0" strike="noStrike" spc="-1">
                <a:solidFill>
                  <a:srgbClr val="000000"/>
                </a:solidFill>
                <a:latin typeface="Trebuchet MS"/>
              </a:rPr>
              <a:t>	int get() { return x; }</a:t>
            </a:r>
            <a:endParaRPr lang="en-US" sz="1800" b="0" strike="noStrike" spc="-1">
              <a:latin typeface="Arial"/>
            </a:endParaRPr>
          </a:p>
          <a:p>
            <a:pPr>
              <a:lnSpc>
                <a:spcPct val="100000"/>
              </a:lnSpc>
            </a:pPr>
            <a:r>
              <a:rPr lang="en-US" sz="1800" b="0" strike="noStrike" spc="-1">
                <a:solidFill>
                  <a:srgbClr val="000000"/>
                </a:solidFill>
                <a:latin typeface="Trebuchet MS"/>
              </a:rPr>
              <a:t>};</a:t>
            </a:r>
            <a:endParaRPr lang="en-US" sz="1800" b="0" strike="noStrike" spc="-1">
              <a:latin typeface="Arial"/>
            </a:endParaRPr>
          </a:p>
          <a:p>
            <a:pPr>
              <a:lnSpc>
                <a:spcPct val="100000"/>
              </a:lnSpc>
            </a:pPr>
            <a:endParaRPr lang="en-US" sz="1800" b="0" strike="noStrike" spc="-1">
              <a:latin typeface="Arial"/>
            </a:endParaRPr>
          </a:p>
        </p:txBody>
      </p:sp>
      <p:sp>
        <p:nvSpPr>
          <p:cNvPr id="130" name="CustomShape 3"/>
          <p:cNvSpPr/>
          <p:nvPr/>
        </p:nvSpPr>
        <p:spPr>
          <a:xfrm>
            <a:off x="727200" y="4826520"/>
            <a:ext cx="6095520" cy="201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Trebuchet MS"/>
              </a:rPr>
              <a:t>int main()</a:t>
            </a:r>
            <a:endParaRPr lang="en-US" sz="1800" b="0" strike="noStrike" spc="-1">
              <a:latin typeface="Arial"/>
            </a:endParaRPr>
          </a:p>
          <a:p>
            <a:pPr>
              <a:lnSpc>
                <a:spcPct val="100000"/>
              </a:lnSpc>
            </a:pPr>
            <a:r>
              <a:rPr lang="en-US" sz="1800" b="0" strike="noStrike" spc="-1">
                <a:solidFill>
                  <a:srgbClr val="000000"/>
                </a:solidFill>
                <a:latin typeface="Trebuchet MS"/>
              </a:rPr>
              <a:t>{</a:t>
            </a:r>
            <a:endParaRPr lang="en-US" sz="1800" b="0" strike="noStrike" spc="-1">
              <a:latin typeface="Arial"/>
            </a:endParaRPr>
          </a:p>
          <a:p>
            <a:pPr>
              <a:lnSpc>
                <a:spcPct val="100000"/>
              </a:lnSpc>
            </a:pPr>
            <a:r>
              <a:rPr lang="en-US" sz="1800" b="0" strike="noStrike" spc="-1">
                <a:solidFill>
                  <a:srgbClr val="000000"/>
                </a:solidFill>
                <a:latin typeface="Trebuchet MS"/>
              </a:rPr>
              <a:t>	Encapsulation obj;</a:t>
            </a:r>
            <a:endParaRPr lang="en-US" sz="1800" b="0" strike="noStrike" spc="-1">
              <a:latin typeface="Arial"/>
            </a:endParaRPr>
          </a:p>
          <a:p>
            <a:pPr>
              <a:lnSpc>
                <a:spcPct val="100000"/>
              </a:lnSpc>
            </a:pPr>
            <a:r>
              <a:rPr lang="en-US" sz="1800" b="0" strike="noStrike" spc="-1">
                <a:solidFill>
                  <a:srgbClr val="000000"/>
                </a:solidFill>
                <a:latin typeface="Trebuchet MS"/>
              </a:rPr>
              <a:t>	obj.set(5);</a:t>
            </a:r>
            <a:endParaRPr lang="en-US" sz="1800" b="0" strike="noStrike" spc="-1">
              <a:latin typeface="Arial"/>
            </a:endParaRPr>
          </a:p>
          <a:p>
            <a:pPr>
              <a:lnSpc>
                <a:spcPct val="100000"/>
              </a:lnSpc>
            </a:pPr>
            <a:r>
              <a:rPr lang="en-US" sz="1800" b="0" strike="noStrike" spc="-1">
                <a:solidFill>
                  <a:srgbClr val="000000"/>
                </a:solidFill>
                <a:latin typeface="Trebuchet MS"/>
              </a:rPr>
              <a:t>	cout &lt;&lt; obj.get();</a:t>
            </a:r>
            <a:endParaRPr lang="en-US" sz="1800" b="0" strike="noStrike" spc="-1">
              <a:latin typeface="Arial"/>
            </a:endParaRPr>
          </a:p>
          <a:p>
            <a:pPr>
              <a:lnSpc>
                <a:spcPct val="100000"/>
              </a:lnSpc>
            </a:pPr>
            <a:r>
              <a:rPr lang="en-US" sz="1800" b="0" strike="noStrike" spc="-1">
                <a:solidFill>
                  <a:srgbClr val="000000"/>
                </a:solidFill>
                <a:latin typeface="Trebuchet MS"/>
              </a:rPr>
              <a:t>	return 0;</a:t>
            </a:r>
            <a:endParaRPr lang="en-US" sz="1800" b="0" strike="noStrike" spc="-1">
              <a:latin typeface="Arial"/>
            </a:endParaRPr>
          </a:p>
          <a:p>
            <a:pPr>
              <a:lnSpc>
                <a:spcPct val="100000"/>
              </a:lnSpc>
            </a:pPr>
            <a:r>
              <a:rPr lang="en-US" sz="1800" b="0" strike="noStrike" spc="-1">
                <a:solidFill>
                  <a:srgbClr val="000000"/>
                </a:solidFill>
                <a:latin typeface="Trebuchet MS"/>
              </a:rPr>
              <a:t>}</a:t>
            </a:r>
            <a:endParaRPr lang="en-US" sz="1800" b="0" strike="noStrike" spc="-1">
              <a:latin typeface="Arial"/>
            </a:endParaRPr>
          </a:p>
        </p:txBody>
      </p:sp>
      <p:sp>
        <p:nvSpPr>
          <p:cNvPr id="131" name="CustomShape 4"/>
          <p:cNvSpPr/>
          <p:nvPr/>
        </p:nvSpPr>
        <p:spPr>
          <a:xfrm>
            <a:off x="4197960" y="6523200"/>
            <a:ext cx="1329840" cy="33300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lIns="0" tIns="0" rIns="0" bIns="88920" anchor="ctr"/>
          <a:lstStyle/>
          <a:p>
            <a:pPr>
              <a:lnSpc>
                <a:spcPct val="100000"/>
              </a:lnSpc>
            </a:pPr>
            <a:r>
              <a:rPr lang="en-US" sz="1600" b="1" strike="noStrike" spc="-1">
                <a:solidFill>
                  <a:srgbClr val="FF0000"/>
                </a:solidFill>
                <a:latin typeface="Nunito"/>
              </a:rPr>
              <a:t>Output </a:t>
            </a:r>
            <a:r>
              <a:rPr lang="en-US" sz="1600" b="0" strike="noStrike" spc="-1">
                <a:solidFill>
                  <a:srgbClr val="FF0000"/>
                </a:solidFill>
                <a:latin typeface="Consolas"/>
              </a:rPr>
              <a:t>5</a:t>
            </a:r>
            <a:r>
              <a:rPr lang="en-US" sz="1400" b="0" strike="noStrike" spc="-1">
                <a:solidFill>
                  <a:srgbClr val="FF0000"/>
                </a:solidFill>
                <a:latin typeface="Trebuchet MS"/>
              </a:rPr>
              <a:t> </a:t>
            </a:r>
            <a:endParaRPr lang="en-US" sz="1400" b="0" strike="noStrike" spc="-1">
              <a:latin typeface="Arial"/>
            </a:endParaRPr>
          </a:p>
        </p:txBody>
      </p:sp>
      <p:sp>
        <p:nvSpPr>
          <p:cNvPr id="132" name="CustomShape 5"/>
          <p:cNvSpPr/>
          <p:nvPr/>
        </p:nvSpPr>
        <p:spPr>
          <a:xfrm>
            <a:off x="6705720" y="2271960"/>
            <a:ext cx="5146560" cy="2833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000" b="1" strike="noStrike" spc="-1">
                <a:solidFill>
                  <a:srgbClr val="273239"/>
                </a:solidFill>
                <a:latin typeface="Nunito"/>
              </a:rPr>
              <a:t>Explanation: </a:t>
            </a:r>
            <a:r>
              <a:rPr lang="en-US" sz="2000" b="0" strike="noStrike" spc="-1">
                <a:solidFill>
                  <a:srgbClr val="273239"/>
                </a:solidFill>
                <a:latin typeface="Nunito"/>
              </a:rPr>
              <a:t>In the above program, the variable </a:t>
            </a:r>
            <a:r>
              <a:rPr lang="en-US" sz="2000" b="1" strike="noStrike" spc="-1">
                <a:solidFill>
                  <a:srgbClr val="273239"/>
                </a:solidFill>
                <a:latin typeface="Nunito"/>
              </a:rPr>
              <a:t>x</a:t>
            </a:r>
            <a:r>
              <a:rPr lang="en-US" sz="2000" b="0" strike="noStrike" spc="-1">
                <a:solidFill>
                  <a:srgbClr val="273239"/>
                </a:solidFill>
                <a:latin typeface="Nunito"/>
              </a:rPr>
              <a:t> is made private. This variable can be accessed and manipulated only using the functions get() and set() which are present inside the class. Thus we can say that here, the variable x and the functions get() and set() are bound together which is encapsulation.</a:t>
            </a:r>
            <a:endParaRPr lang="en-US" sz="20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CustomShape 1"/>
          <p:cNvSpPr/>
          <p:nvPr/>
        </p:nvSpPr>
        <p:spPr>
          <a:xfrm>
            <a:off x="0" y="351360"/>
            <a:ext cx="6095520" cy="5302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Trebuchet MS"/>
              </a:rPr>
              <a:t>#include &lt;iostream&gt;</a:t>
            </a:r>
            <a:endParaRPr lang="en-US" sz="1800" b="0" strike="noStrike" spc="-1">
              <a:latin typeface="Arial"/>
            </a:endParaRPr>
          </a:p>
          <a:p>
            <a:pPr>
              <a:lnSpc>
                <a:spcPct val="100000"/>
              </a:lnSpc>
            </a:pPr>
            <a:r>
              <a:rPr lang="en-US" sz="1800" b="0" strike="noStrike" spc="-1">
                <a:solidFill>
                  <a:srgbClr val="000000"/>
                </a:solidFill>
                <a:latin typeface="Trebuchet MS"/>
              </a:rPr>
              <a:t>using namespace std;</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rebuchet MS"/>
              </a:rPr>
              <a:t>class Rectangle {</a:t>
            </a:r>
            <a:endParaRPr lang="en-US" sz="1800" b="0" strike="noStrike" spc="-1">
              <a:latin typeface="Arial"/>
            </a:endParaRPr>
          </a:p>
          <a:p>
            <a:pPr>
              <a:lnSpc>
                <a:spcPct val="100000"/>
              </a:lnSpc>
            </a:pPr>
            <a:r>
              <a:rPr lang="en-US" sz="1800" b="1" strike="noStrike" spc="-1">
                <a:solidFill>
                  <a:srgbClr val="000000"/>
                </a:solidFill>
                <a:latin typeface="Trebuchet MS"/>
              </a:rPr>
              <a:t>   private:</a:t>
            </a:r>
            <a:endParaRPr lang="en-US" sz="1800" b="0" strike="noStrike" spc="-1">
              <a:latin typeface="Arial"/>
            </a:endParaRPr>
          </a:p>
          <a:p>
            <a:pPr>
              <a:lnSpc>
                <a:spcPct val="100000"/>
              </a:lnSpc>
            </a:pPr>
            <a:r>
              <a:rPr lang="en-US" sz="1800" b="0" strike="noStrike" spc="-1">
                <a:solidFill>
                  <a:srgbClr val="000000"/>
                </a:solidFill>
                <a:latin typeface="Trebuchet MS"/>
              </a:rPr>
              <a:t>    // Variables required for area calculation</a:t>
            </a:r>
            <a:endParaRPr lang="en-US" sz="1800" b="0" strike="noStrike" spc="-1">
              <a:latin typeface="Arial"/>
            </a:endParaRPr>
          </a:p>
          <a:p>
            <a:pPr>
              <a:lnSpc>
                <a:spcPct val="100000"/>
              </a:lnSpc>
            </a:pPr>
            <a:r>
              <a:rPr lang="en-US" sz="1800" b="0" strike="noStrike" spc="-1">
                <a:solidFill>
                  <a:srgbClr val="000000"/>
                </a:solidFill>
                <a:latin typeface="Trebuchet MS"/>
              </a:rPr>
              <a:t>    int length;</a:t>
            </a:r>
            <a:endParaRPr lang="en-US" sz="1800" b="0" strike="noStrike" spc="-1">
              <a:latin typeface="Arial"/>
            </a:endParaRPr>
          </a:p>
          <a:p>
            <a:pPr>
              <a:lnSpc>
                <a:spcPct val="100000"/>
              </a:lnSpc>
            </a:pPr>
            <a:r>
              <a:rPr lang="en-US" sz="1800" b="0" strike="noStrike" spc="-1">
                <a:solidFill>
                  <a:srgbClr val="000000"/>
                </a:solidFill>
                <a:latin typeface="Trebuchet MS"/>
              </a:rPr>
              <a:t>    int breadth;</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1" strike="noStrike" spc="-1">
                <a:solidFill>
                  <a:srgbClr val="000000"/>
                </a:solidFill>
                <a:latin typeface="Trebuchet MS"/>
              </a:rPr>
              <a:t>   public:</a:t>
            </a:r>
            <a:endParaRPr lang="en-US" sz="1800" b="0" strike="noStrike" spc="-1">
              <a:latin typeface="Arial"/>
            </a:endParaRPr>
          </a:p>
          <a:p>
            <a:pPr>
              <a:lnSpc>
                <a:spcPct val="100000"/>
              </a:lnSpc>
            </a:pPr>
            <a:r>
              <a:rPr lang="en-US" sz="1800" b="0" strike="noStrike" spc="-1">
                <a:solidFill>
                  <a:srgbClr val="000000"/>
                </a:solidFill>
                <a:latin typeface="Trebuchet MS"/>
              </a:rPr>
              <a:t>    // Setter function for length</a:t>
            </a:r>
            <a:endParaRPr lang="en-US" sz="1800" b="0" strike="noStrike" spc="-1">
              <a:latin typeface="Arial"/>
            </a:endParaRPr>
          </a:p>
          <a:p>
            <a:pPr>
              <a:lnSpc>
                <a:spcPct val="100000"/>
              </a:lnSpc>
            </a:pPr>
            <a:r>
              <a:rPr lang="en-US" sz="1800" b="0" strike="noStrike" spc="-1">
                <a:solidFill>
                  <a:srgbClr val="000000"/>
                </a:solidFill>
                <a:latin typeface="Trebuchet MS"/>
              </a:rPr>
              <a:t>    void setLength(int len) {</a:t>
            </a:r>
            <a:endParaRPr lang="en-US" sz="1800" b="0" strike="noStrike" spc="-1">
              <a:latin typeface="Arial"/>
            </a:endParaRPr>
          </a:p>
          <a:p>
            <a:pPr>
              <a:lnSpc>
                <a:spcPct val="100000"/>
              </a:lnSpc>
            </a:pPr>
            <a:r>
              <a:rPr lang="en-US" sz="1800" b="0" strike="noStrike" spc="-1">
                <a:solidFill>
                  <a:srgbClr val="000000"/>
                </a:solidFill>
                <a:latin typeface="Trebuchet MS"/>
              </a:rPr>
              <a:t>      length = len;</a:t>
            </a:r>
            <a:endParaRPr lang="en-US" sz="1800" b="0" strike="noStrike" spc="-1">
              <a:latin typeface="Arial"/>
            </a:endParaRPr>
          </a:p>
          <a:p>
            <a:pPr>
              <a:lnSpc>
                <a:spcPct val="100000"/>
              </a:lnSpc>
            </a:pPr>
            <a:r>
              <a:rPr lang="en-US" sz="1800" b="0" strike="noStrike" spc="-1">
                <a:solidFill>
                  <a:srgbClr val="000000"/>
                </a:solidFill>
                <a:latin typeface="Trebuchet MS"/>
              </a:rPr>
              <a:t>    }</a:t>
            </a:r>
            <a:endParaRPr lang="en-US" sz="1800" b="0" strike="noStrike" spc="-1">
              <a:latin typeface="Arial"/>
            </a:endParaRPr>
          </a:p>
          <a:p>
            <a:pPr>
              <a:lnSpc>
                <a:spcPct val="100000"/>
              </a:lnSpc>
            </a:pPr>
            <a:r>
              <a:rPr lang="en-US" sz="1800" b="0" strike="noStrike" spc="-1">
                <a:solidFill>
                  <a:srgbClr val="000000"/>
                </a:solidFill>
                <a:latin typeface="Trebuchet MS"/>
              </a:rPr>
              <a:t>    // Setter function for breadth</a:t>
            </a:r>
            <a:endParaRPr lang="en-US" sz="1800" b="0" strike="noStrike" spc="-1">
              <a:latin typeface="Arial"/>
            </a:endParaRPr>
          </a:p>
          <a:p>
            <a:pPr>
              <a:lnSpc>
                <a:spcPct val="100000"/>
              </a:lnSpc>
            </a:pPr>
            <a:r>
              <a:rPr lang="en-US" sz="1800" b="0" strike="noStrike" spc="-1">
                <a:solidFill>
                  <a:srgbClr val="000000"/>
                </a:solidFill>
                <a:latin typeface="Trebuchet MS"/>
              </a:rPr>
              <a:t>    void setBreadth(int brth) {</a:t>
            </a:r>
            <a:endParaRPr lang="en-US" sz="1800" b="0" strike="noStrike" spc="-1">
              <a:latin typeface="Arial"/>
            </a:endParaRPr>
          </a:p>
          <a:p>
            <a:pPr>
              <a:lnSpc>
                <a:spcPct val="100000"/>
              </a:lnSpc>
            </a:pPr>
            <a:r>
              <a:rPr lang="en-US" sz="1800" b="0" strike="noStrike" spc="-1">
                <a:solidFill>
                  <a:srgbClr val="000000"/>
                </a:solidFill>
                <a:latin typeface="Trebuchet MS"/>
              </a:rPr>
              <a:t>      breadth = brth;</a:t>
            </a:r>
            <a:endParaRPr lang="en-US" sz="1800" b="0" strike="noStrike" spc="-1">
              <a:latin typeface="Arial"/>
            </a:endParaRPr>
          </a:p>
          <a:p>
            <a:pPr>
              <a:lnSpc>
                <a:spcPct val="100000"/>
              </a:lnSpc>
            </a:pPr>
            <a:r>
              <a:rPr lang="en-US" sz="1800" b="0" strike="noStrike" spc="-1">
                <a:solidFill>
                  <a:srgbClr val="000000"/>
                </a:solidFill>
                <a:latin typeface="Trebuchet MS"/>
              </a:rPr>
              <a:t>    }</a:t>
            </a:r>
            <a:endParaRPr lang="en-US" sz="1800" b="0" strike="noStrike" spc="-1">
              <a:latin typeface="Arial"/>
            </a:endParaRPr>
          </a:p>
          <a:p>
            <a:pPr>
              <a:lnSpc>
                <a:spcPct val="100000"/>
              </a:lnSpc>
            </a:pPr>
            <a:r>
              <a:rPr lang="en-US" sz="1800" b="0" strike="noStrike" spc="-1">
                <a:solidFill>
                  <a:srgbClr val="000000"/>
                </a:solidFill>
                <a:latin typeface="Trebuchet MS"/>
              </a:rPr>
              <a:t>    </a:t>
            </a:r>
            <a:endParaRPr lang="en-US" sz="1800" b="0" strike="noStrike" spc="-1">
              <a:latin typeface="Arial"/>
            </a:endParaRPr>
          </a:p>
        </p:txBody>
      </p:sp>
      <p:sp>
        <p:nvSpPr>
          <p:cNvPr id="134" name="CustomShape 2"/>
          <p:cNvSpPr/>
          <p:nvPr/>
        </p:nvSpPr>
        <p:spPr>
          <a:xfrm>
            <a:off x="3324960" y="3029040"/>
            <a:ext cx="6095520" cy="393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Trebuchet MS"/>
              </a:rPr>
              <a:t>// Getter function for length</a:t>
            </a:r>
            <a:endParaRPr lang="en-US" sz="1800" b="0" strike="noStrike" spc="-1">
              <a:latin typeface="Arial"/>
            </a:endParaRPr>
          </a:p>
          <a:p>
            <a:pPr>
              <a:lnSpc>
                <a:spcPct val="100000"/>
              </a:lnSpc>
            </a:pPr>
            <a:r>
              <a:rPr lang="en-US" sz="1800" b="0" strike="noStrike" spc="-1">
                <a:solidFill>
                  <a:srgbClr val="000000"/>
                </a:solidFill>
                <a:latin typeface="Trebuchet MS"/>
              </a:rPr>
              <a:t>    int getLength() {</a:t>
            </a:r>
            <a:endParaRPr lang="en-US" sz="1800" b="0" strike="noStrike" spc="-1">
              <a:latin typeface="Arial"/>
            </a:endParaRPr>
          </a:p>
          <a:p>
            <a:pPr>
              <a:lnSpc>
                <a:spcPct val="100000"/>
              </a:lnSpc>
            </a:pPr>
            <a:r>
              <a:rPr lang="en-US" sz="1800" b="0" strike="noStrike" spc="-1">
                <a:solidFill>
                  <a:srgbClr val="000000"/>
                </a:solidFill>
                <a:latin typeface="Trebuchet MS"/>
              </a:rPr>
              <a:t>      return length;</a:t>
            </a:r>
            <a:endParaRPr lang="en-US" sz="1800" b="0" strike="noStrike" spc="-1">
              <a:latin typeface="Arial"/>
            </a:endParaRPr>
          </a:p>
          <a:p>
            <a:pPr>
              <a:lnSpc>
                <a:spcPct val="100000"/>
              </a:lnSpc>
            </a:pPr>
            <a:r>
              <a:rPr lang="en-US" sz="1800" b="0" strike="noStrike" spc="-1">
                <a:solidFill>
                  <a:srgbClr val="000000"/>
                </a:solidFill>
                <a:latin typeface="Trebuchet MS"/>
              </a:rPr>
              <a:t>    }</a:t>
            </a:r>
            <a:endParaRPr lang="en-US" sz="1800" b="0" strike="noStrike" spc="-1">
              <a:latin typeface="Arial"/>
            </a:endParaRPr>
          </a:p>
          <a:p>
            <a:pPr>
              <a:lnSpc>
                <a:spcPct val="100000"/>
              </a:lnSpc>
            </a:pPr>
            <a:r>
              <a:rPr lang="en-US" sz="1800" b="0" strike="noStrike" spc="-1">
                <a:solidFill>
                  <a:srgbClr val="000000"/>
                </a:solidFill>
                <a:latin typeface="Trebuchet MS"/>
              </a:rPr>
              <a:t>    // Getter function for breadth</a:t>
            </a:r>
            <a:endParaRPr lang="en-US" sz="1800" b="0" strike="noStrike" spc="-1">
              <a:latin typeface="Arial"/>
            </a:endParaRPr>
          </a:p>
          <a:p>
            <a:pPr>
              <a:lnSpc>
                <a:spcPct val="100000"/>
              </a:lnSpc>
            </a:pPr>
            <a:r>
              <a:rPr lang="en-US" sz="1800" b="0" strike="noStrike" spc="-1">
                <a:solidFill>
                  <a:srgbClr val="000000"/>
                </a:solidFill>
                <a:latin typeface="Trebuchet MS"/>
              </a:rPr>
              <a:t>    int getBreadth() {</a:t>
            </a:r>
            <a:endParaRPr lang="en-US" sz="1800" b="0" strike="noStrike" spc="-1">
              <a:latin typeface="Arial"/>
            </a:endParaRPr>
          </a:p>
          <a:p>
            <a:pPr>
              <a:lnSpc>
                <a:spcPct val="100000"/>
              </a:lnSpc>
            </a:pPr>
            <a:r>
              <a:rPr lang="en-US" sz="1800" b="0" strike="noStrike" spc="-1">
                <a:solidFill>
                  <a:srgbClr val="000000"/>
                </a:solidFill>
                <a:latin typeface="Trebuchet MS"/>
              </a:rPr>
              <a:t>      return breadth;</a:t>
            </a:r>
            <a:endParaRPr lang="en-US" sz="1800" b="0" strike="noStrike" spc="-1">
              <a:latin typeface="Arial"/>
            </a:endParaRPr>
          </a:p>
          <a:p>
            <a:pPr>
              <a:lnSpc>
                <a:spcPct val="100000"/>
              </a:lnSpc>
            </a:pPr>
            <a:r>
              <a:rPr lang="en-US" sz="1800" b="0" strike="noStrike" spc="-1">
                <a:solidFill>
                  <a:srgbClr val="000000"/>
                </a:solidFill>
                <a:latin typeface="Trebuchet MS"/>
              </a:rPr>
              <a:t>    }</a:t>
            </a:r>
            <a:endParaRPr lang="en-US" sz="1800" b="0" strike="noStrike" spc="-1">
              <a:latin typeface="Arial"/>
            </a:endParaRPr>
          </a:p>
          <a:p>
            <a:pPr>
              <a:lnSpc>
                <a:spcPct val="100000"/>
              </a:lnSpc>
            </a:pPr>
            <a:r>
              <a:rPr lang="en-US" sz="1800" b="0" strike="noStrike" spc="-1">
                <a:solidFill>
                  <a:srgbClr val="000000"/>
                </a:solidFill>
                <a:latin typeface="Trebuchet MS"/>
              </a:rPr>
              <a:t>    // Function to calculate area</a:t>
            </a:r>
            <a:endParaRPr lang="en-US" sz="1800" b="0" strike="noStrike" spc="-1">
              <a:latin typeface="Arial"/>
            </a:endParaRPr>
          </a:p>
          <a:p>
            <a:pPr>
              <a:lnSpc>
                <a:spcPct val="100000"/>
              </a:lnSpc>
            </a:pPr>
            <a:r>
              <a:rPr lang="en-US" sz="1800" b="0" strike="noStrike" spc="-1">
                <a:solidFill>
                  <a:srgbClr val="000000"/>
                </a:solidFill>
                <a:latin typeface="Trebuchet MS"/>
              </a:rPr>
              <a:t>    int getArea() {</a:t>
            </a:r>
            <a:endParaRPr lang="en-US" sz="1800" b="0" strike="noStrike" spc="-1">
              <a:latin typeface="Arial"/>
            </a:endParaRPr>
          </a:p>
          <a:p>
            <a:pPr>
              <a:lnSpc>
                <a:spcPct val="100000"/>
              </a:lnSpc>
            </a:pPr>
            <a:r>
              <a:rPr lang="en-US" sz="1800" b="0" strike="noStrike" spc="-1">
                <a:solidFill>
                  <a:srgbClr val="000000"/>
                </a:solidFill>
                <a:latin typeface="Trebuchet MS"/>
              </a:rPr>
              <a:t>      return length * breadth;</a:t>
            </a:r>
            <a:endParaRPr lang="en-US" sz="1800" b="0" strike="noStrike" spc="-1">
              <a:latin typeface="Arial"/>
            </a:endParaRPr>
          </a:p>
          <a:p>
            <a:pPr>
              <a:lnSpc>
                <a:spcPct val="100000"/>
              </a:lnSpc>
            </a:pPr>
            <a:r>
              <a:rPr lang="en-US" sz="1800" b="0" strike="noStrike" spc="-1">
                <a:solidFill>
                  <a:srgbClr val="000000"/>
                </a:solidFill>
                <a:latin typeface="Trebuchet MS"/>
              </a:rPr>
              <a:t>    }</a:t>
            </a:r>
            <a:endParaRPr lang="en-US" sz="1800" b="0" strike="noStrike" spc="-1">
              <a:latin typeface="Arial"/>
            </a:endParaRPr>
          </a:p>
          <a:p>
            <a:pPr>
              <a:lnSpc>
                <a:spcPct val="100000"/>
              </a:lnSpc>
            </a:pPr>
            <a:r>
              <a:rPr lang="en-US" sz="1800" b="0" strike="noStrike" spc="-1">
                <a:solidFill>
                  <a:srgbClr val="000000"/>
                </a:solidFill>
                <a:latin typeface="Trebuchet MS"/>
              </a:rPr>
              <a:t>};</a:t>
            </a:r>
            <a:endParaRPr lang="en-US" sz="1800" b="0" strike="noStrike" spc="-1">
              <a:latin typeface="Arial"/>
            </a:endParaRPr>
          </a:p>
          <a:p>
            <a:pPr>
              <a:lnSpc>
                <a:spcPct val="100000"/>
              </a:lnSpc>
            </a:pPr>
            <a:endParaRPr lang="en-US" sz="1800" b="0" strike="noStrike" spc="-1">
              <a:latin typeface="Arial"/>
            </a:endParaRPr>
          </a:p>
        </p:txBody>
      </p:sp>
      <p:sp>
        <p:nvSpPr>
          <p:cNvPr id="135" name="CustomShape 3"/>
          <p:cNvSpPr/>
          <p:nvPr/>
        </p:nvSpPr>
        <p:spPr>
          <a:xfrm>
            <a:off x="6747120" y="806760"/>
            <a:ext cx="6095520" cy="639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Trebuchet MS"/>
              </a:rPr>
              <a:t>int main() {</a:t>
            </a:r>
            <a:endParaRPr lang="en-US" sz="1800" b="0" strike="noStrike" spc="-1">
              <a:latin typeface="Arial"/>
            </a:endParaRPr>
          </a:p>
          <a:p>
            <a:pPr>
              <a:lnSpc>
                <a:spcPct val="100000"/>
              </a:lnSpc>
            </a:pPr>
            <a:r>
              <a:rPr lang="en-US" sz="1800" b="0" strike="noStrike" spc="-1">
                <a:solidFill>
                  <a:srgbClr val="000000"/>
                </a:solidFill>
                <a:latin typeface="Trebuchet MS"/>
              </a:rPr>
              <a:t>  // Create object of Rectangle class</a:t>
            </a:r>
            <a:endParaRPr lang="en-US" sz="1800" b="0" strike="noStrike" spc="-1">
              <a:latin typeface="Arial"/>
            </a:endParaRPr>
          </a:p>
          <a:p>
            <a:pPr>
              <a:lnSpc>
                <a:spcPct val="100000"/>
              </a:lnSpc>
            </a:pPr>
            <a:r>
              <a:rPr lang="en-US" sz="1800" b="0" strike="noStrike" spc="-1">
                <a:solidFill>
                  <a:srgbClr val="000000"/>
                </a:solidFill>
                <a:latin typeface="Trebuchet MS"/>
              </a:rPr>
              <a:t>  Rectangle rectangle1;</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rebuchet MS"/>
              </a:rPr>
              <a:t>  // Initialize length using Setter function</a:t>
            </a:r>
            <a:endParaRPr lang="en-US" sz="1800" b="0" strike="noStrike" spc="-1">
              <a:latin typeface="Arial"/>
            </a:endParaRPr>
          </a:p>
          <a:p>
            <a:pPr>
              <a:lnSpc>
                <a:spcPct val="100000"/>
              </a:lnSpc>
            </a:pPr>
            <a:r>
              <a:rPr lang="en-US" sz="1800" b="0" strike="noStrike" spc="-1">
                <a:solidFill>
                  <a:srgbClr val="000000"/>
                </a:solidFill>
                <a:latin typeface="Trebuchet MS"/>
              </a:rPr>
              <a:t>  rectangle1.setLength(8);</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rebuchet MS"/>
              </a:rPr>
              <a:t>  // Initialize breadth using Setter function</a:t>
            </a:r>
            <a:endParaRPr lang="en-US" sz="1800" b="0" strike="noStrike" spc="-1">
              <a:latin typeface="Arial"/>
            </a:endParaRPr>
          </a:p>
          <a:p>
            <a:pPr>
              <a:lnSpc>
                <a:spcPct val="100000"/>
              </a:lnSpc>
            </a:pPr>
            <a:r>
              <a:rPr lang="en-US" sz="1800" b="0" strike="noStrike" spc="-1">
                <a:solidFill>
                  <a:srgbClr val="000000"/>
                </a:solidFill>
                <a:latin typeface="Trebuchet MS"/>
              </a:rPr>
              <a:t>  rectangle1.setBreadth(6);</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rebuchet MS"/>
              </a:rPr>
              <a:t>  // Access length using Getter function</a:t>
            </a:r>
            <a:endParaRPr lang="en-US" sz="1800" b="0" strike="noStrike" spc="-1">
              <a:latin typeface="Arial"/>
            </a:endParaRPr>
          </a:p>
          <a:p>
            <a:pPr>
              <a:lnSpc>
                <a:spcPct val="100000"/>
              </a:lnSpc>
            </a:pPr>
            <a:r>
              <a:rPr lang="en-US" sz="1800" b="0" strike="noStrike" spc="-1">
                <a:solidFill>
                  <a:srgbClr val="000000"/>
                </a:solidFill>
                <a:latin typeface="Trebuchet MS"/>
              </a:rPr>
              <a:t>  cout &lt;&lt; "Length = " &lt;&lt; rectangle1.getLength() &lt;&lt; endl;</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rebuchet MS"/>
              </a:rPr>
              <a:t>  // Access breadth using Getter function</a:t>
            </a:r>
            <a:endParaRPr lang="en-US" sz="1800" b="0" strike="noStrike" spc="-1">
              <a:latin typeface="Arial"/>
            </a:endParaRPr>
          </a:p>
          <a:p>
            <a:pPr>
              <a:lnSpc>
                <a:spcPct val="100000"/>
              </a:lnSpc>
            </a:pPr>
            <a:r>
              <a:rPr lang="en-US" sz="1800" b="0" strike="noStrike" spc="-1">
                <a:solidFill>
                  <a:srgbClr val="000000"/>
                </a:solidFill>
                <a:latin typeface="Trebuchet MS"/>
              </a:rPr>
              <a:t>  cout &lt;&lt; "Breadth = " &lt;&lt; rectangle1.getBreadth() &lt;&lt; endl;</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rebuchet MS"/>
              </a:rPr>
              <a:t>  // Call getArea() function</a:t>
            </a:r>
            <a:endParaRPr lang="en-US" sz="1800" b="0" strike="noStrike" spc="-1">
              <a:latin typeface="Arial"/>
            </a:endParaRPr>
          </a:p>
          <a:p>
            <a:pPr>
              <a:lnSpc>
                <a:spcPct val="100000"/>
              </a:lnSpc>
            </a:pPr>
            <a:r>
              <a:rPr lang="en-US" sz="1800" b="0" strike="noStrike" spc="-1">
                <a:solidFill>
                  <a:srgbClr val="000000"/>
                </a:solidFill>
                <a:latin typeface="Trebuchet MS"/>
              </a:rPr>
              <a:t>  cout &lt;&lt; "Area = " &lt;&lt; rectangle1.getArea();</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rebuchet MS"/>
              </a:rPr>
              <a:t>  return 0;</a:t>
            </a:r>
            <a:endParaRPr lang="en-US" sz="1800" b="0" strike="noStrike" spc="-1">
              <a:latin typeface="Arial"/>
            </a:endParaRPr>
          </a:p>
          <a:p>
            <a:pPr>
              <a:lnSpc>
                <a:spcPct val="100000"/>
              </a:lnSpc>
            </a:pPr>
            <a:r>
              <a:rPr lang="en-US" sz="1800" b="0" strike="noStrike" spc="-1">
                <a:solidFill>
                  <a:srgbClr val="000000"/>
                </a:solidFill>
                <a:latin typeface="Trebuchet MS"/>
              </a:rPr>
              <a:t>}</a:t>
            </a:r>
            <a:endParaRPr lang="en-US" sz="1800" b="0" strike="noStrike" spc="-1">
              <a:latin typeface="Arial"/>
            </a:endParaRPr>
          </a:p>
        </p:txBody>
      </p:sp>
      <p:sp>
        <p:nvSpPr>
          <p:cNvPr id="136" name="Line 4"/>
          <p:cNvSpPr/>
          <p:nvPr/>
        </p:nvSpPr>
        <p:spPr>
          <a:xfrm flipH="1">
            <a:off x="6566760" y="806760"/>
            <a:ext cx="41760" cy="5746320"/>
          </a:xfrm>
          <a:prstGeom prst="line">
            <a:avLst/>
          </a:prstGeom>
          <a:ln>
            <a:solidFill>
              <a:schemeClr val="tx1"/>
            </a:solidFill>
            <a:round/>
          </a:ln>
        </p:spPr>
        <p:style>
          <a:lnRef idx="1">
            <a:schemeClr val="accent1"/>
          </a:lnRef>
          <a:fillRef idx="0">
            <a:schemeClr val="accent1"/>
          </a:fillRef>
          <a:effectRef idx="0">
            <a:schemeClr val="accent1"/>
          </a:effectRef>
          <a:fontRef idx="minor"/>
        </p:style>
      </p:sp>
      <p:sp>
        <p:nvSpPr>
          <p:cNvPr id="137" name="TextShape 5"/>
          <p:cNvSpPr txBox="1"/>
          <p:nvPr/>
        </p:nvSpPr>
        <p:spPr>
          <a:xfrm>
            <a:off x="727200" y="0"/>
            <a:ext cx="10515240" cy="443160"/>
          </a:xfrm>
          <a:prstGeom prst="rect">
            <a:avLst/>
          </a:prstGeom>
          <a:noFill/>
          <a:ln>
            <a:noFill/>
          </a:ln>
        </p:spPr>
        <p:txBody>
          <a:bodyPr>
            <a:normAutofit/>
          </a:bodyPr>
          <a:lstStyle/>
          <a:p>
            <a:pPr algn="ctr">
              <a:lnSpc>
                <a:spcPct val="100000"/>
              </a:lnSpc>
            </a:pPr>
            <a:r>
              <a:rPr lang="en-US" sz="3600" b="0" u="sng" strike="noStrike" spc="-1">
                <a:solidFill>
                  <a:srgbClr val="90C226"/>
                </a:solidFill>
                <a:uFillTx/>
                <a:latin typeface="Trebuchet MS"/>
              </a:rPr>
              <a:t>Example 2 Code:</a:t>
            </a:r>
            <a:endParaRPr lang="en-US" sz="3600" b="0" strike="noStrike" spc="-1">
              <a:solidFill>
                <a:srgbClr val="000000"/>
              </a:solidFill>
              <a:latin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extShape 1"/>
          <p:cNvSpPr txBox="1"/>
          <p:nvPr/>
        </p:nvSpPr>
        <p:spPr>
          <a:xfrm>
            <a:off x="677160" y="609480"/>
            <a:ext cx="8596440" cy="1320480"/>
          </a:xfrm>
          <a:prstGeom prst="rect">
            <a:avLst/>
          </a:prstGeom>
          <a:noFill/>
          <a:ln>
            <a:noFill/>
          </a:ln>
        </p:spPr>
        <p:txBody>
          <a:bodyPr/>
          <a:lstStyle/>
          <a:p>
            <a:pPr>
              <a:lnSpc>
                <a:spcPct val="100000"/>
              </a:lnSpc>
            </a:pPr>
            <a:r>
              <a:rPr lang="en-US" sz="3600" b="0" strike="noStrike" spc="-1">
                <a:solidFill>
                  <a:srgbClr val="90C226"/>
                </a:solidFill>
                <a:latin typeface="Trebuchet MS"/>
              </a:rPr>
              <a:t>Explanation of Example 2</a:t>
            </a:r>
            <a:endParaRPr lang="en-US" sz="3600" b="0" strike="noStrike" spc="-1">
              <a:solidFill>
                <a:srgbClr val="000000"/>
              </a:solidFill>
              <a:latin typeface="Trebuchet MS"/>
            </a:endParaRPr>
          </a:p>
        </p:txBody>
      </p:sp>
      <p:sp>
        <p:nvSpPr>
          <p:cNvPr id="139" name="TextShape 2"/>
          <p:cNvSpPr txBox="1"/>
          <p:nvPr/>
        </p:nvSpPr>
        <p:spPr>
          <a:xfrm>
            <a:off x="677160" y="2160720"/>
            <a:ext cx="8596440" cy="3880440"/>
          </a:xfrm>
          <a:prstGeom prst="rect">
            <a:avLst/>
          </a:prstGeom>
          <a:noFill/>
          <a:ln>
            <a:noFill/>
          </a:ln>
        </p:spPr>
        <p:txBody>
          <a:bodyPr>
            <a:normAutofit/>
          </a:bodyPr>
          <a:lstStyle/>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Here, we have made the </a:t>
            </a:r>
            <a:r>
              <a:rPr lang="en-US" sz="1800" b="1" i="1" strike="noStrike" spc="-1">
                <a:solidFill>
                  <a:srgbClr val="404040"/>
                </a:solidFill>
                <a:latin typeface="Trebuchet MS"/>
              </a:rPr>
              <a:t>length and breadth </a:t>
            </a:r>
            <a:r>
              <a:rPr lang="en-US" sz="1800" b="0" strike="noStrike" spc="-1">
                <a:solidFill>
                  <a:srgbClr val="404040"/>
                </a:solidFill>
                <a:latin typeface="Trebuchet MS"/>
              </a:rPr>
              <a:t>variables </a:t>
            </a:r>
            <a:r>
              <a:rPr lang="en-US" sz="1800" b="0" strike="noStrike" spc="-1">
                <a:solidFill>
                  <a:srgbClr val="FF0000"/>
                </a:solidFill>
                <a:latin typeface="Trebuchet MS"/>
              </a:rPr>
              <a:t>private.</a:t>
            </a:r>
            <a:endParaRPr lang="en-US" sz="1800" b="0" strike="noStrike" spc="-1">
              <a:solidFill>
                <a:srgbClr val="404040"/>
              </a:solidFill>
              <a:latin typeface="Trebuchet MS"/>
            </a:endParaRPr>
          </a:p>
          <a:p>
            <a:pPr>
              <a:lnSpc>
                <a:spcPct val="100000"/>
              </a:lnSpc>
              <a:spcBef>
                <a:spcPts val="1001"/>
              </a:spcBef>
            </a:pPr>
            <a:endParaRPr lang="en-US" sz="1800" b="0" strike="noStrike" spc="-1">
              <a:solidFill>
                <a:srgbClr val="404040"/>
              </a:solidFill>
              <a:latin typeface="Trebuchet MS"/>
            </a:endParaRP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This means that these variables cannot be directly accessed outside of the Rectangle class.</a:t>
            </a:r>
          </a:p>
          <a:p>
            <a:pPr>
              <a:lnSpc>
                <a:spcPct val="100000"/>
              </a:lnSpc>
              <a:spcBef>
                <a:spcPts val="1001"/>
              </a:spcBef>
            </a:pPr>
            <a:endParaRPr lang="en-US" sz="1800" b="0" strike="noStrike" spc="-1">
              <a:solidFill>
                <a:srgbClr val="404040"/>
              </a:solidFill>
              <a:latin typeface="Trebuchet MS"/>
            </a:endParaRP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To access these private variables, we have used </a:t>
            </a:r>
            <a:r>
              <a:rPr lang="en-US" sz="1800" b="1" i="1" strike="noStrike" spc="-1">
                <a:solidFill>
                  <a:srgbClr val="404040"/>
                </a:solidFill>
                <a:latin typeface="Trebuchet MS"/>
              </a:rPr>
              <a:t>public functions setLength(), getLength(), setBreadth(), and getBreadth(). </a:t>
            </a:r>
            <a:r>
              <a:rPr lang="en-US" sz="1800" b="0" strike="noStrike" spc="-1">
                <a:solidFill>
                  <a:srgbClr val="404040"/>
                </a:solidFill>
                <a:latin typeface="Trebuchet MS"/>
              </a:rPr>
              <a:t>These are called getter and setter functions.</a:t>
            </a:r>
          </a:p>
          <a:p>
            <a:pPr>
              <a:lnSpc>
                <a:spcPct val="100000"/>
              </a:lnSpc>
              <a:spcBef>
                <a:spcPts val="1001"/>
              </a:spcBef>
            </a:pPr>
            <a:endParaRPr lang="en-US" sz="1800" b="0" strike="noStrike" spc="-1">
              <a:solidFill>
                <a:srgbClr val="404040"/>
              </a:solidFill>
              <a:latin typeface="Trebuchet MS"/>
            </a:endParaRPr>
          </a:p>
          <a:p>
            <a:pPr marL="343080" indent="-342720">
              <a:lnSpc>
                <a:spcPct val="100000"/>
              </a:lnSpc>
              <a:spcBef>
                <a:spcPts val="1001"/>
              </a:spcBef>
              <a:buClr>
                <a:srgbClr val="90C226"/>
              </a:buClr>
              <a:buSzPct val="80000"/>
              <a:buFont typeface="Wingdings 3" charset="2"/>
              <a:buChar char=""/>
            </a:pPr>
            <a:r>
              <a:rPr lang="en-US" sz="1800" b="1" strike="noStrike" spc="-1">
                <a:solidFill>
                  <a:srgbClr val="FF0000"/>
                </a:solidFill>
                <a:latin typeface="Trebuchet MS"/>
              </a:rPr>
              <a:t>Making the variables private allowed us to restrict unauthorized access from outside the class. This is data hiding with Encapsulation.</a:t>
            </a:r>
            <a:endParaRPr lang="en-US" sz="1800" b="0" strike="noStrike" spc="-1">
              <a:solidFill>
                <a:srgbClr val="404040"/>
              </a:solidFill>
              <a:latin typeface="Trebuchet MS"/>
            </a:endParaRPr>
          </a:p>
          <a:p>
            <a:pPr>
              <a:lnSpc>
                <a:spcPct val="100000"/>
              </a:lnSpc>
              <a:spcBef>
                <a:spcPts val="1001"/>
              </a:spcBef>
            </a:pPr>
            <a:endParaRPr lang="en-US" sz="1800" b="0" strike="noStrike" spc="-1">
              <a:solidFill>
                <a:srgbClr val="404040"/>
              </a:solidFill>
              <a:latin typeface="Trebuchet MS"/>
            </a:endParaRP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If we try to directly access the variables from the main() class, we will get an error.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Shape 1"/>
          <p:cNvSpPr txBox="1"/>
          <p:nvPr/>
        </p:nvSpPr>
        <p:spPr>
          <a:xfrm>
            <a:off x="677160" y="609480"/>
            <a:ext cx="8596440" cy="1320480"/>
          </a:xfrm>
          <a:prstGeom prst="rect">
            <a:avLst/>
          </a:prstGeom>
          <a:noFill/>
          <a:ln>
            <a:noFill/>
          </a:ln>
        </p:spPr>
        <p:txBody>
          <a:bodyPr>
            <a:normAutofit/>
          </a:bodyPr>
          <a:lstStyle/>
          <a:p>
            <a:pPr>
              <a:lnSpc>
                <a:spcPct val="100000"/>
              </a:lnSpc>
            </a:pPr>
            <a:r>
              <a:rPr lang="en-US" sz="3600" b="1" strike="noStrike" spc="-1">
                <a:solidFill>
                  <a:srgbClr val="90C226"/>
                </a:solidFill>
                <a:latin typeface="Trebuchet MS"/>
              </a:rPr>
              <a:t>Role of Access Specifiers in Encapsulation</a:t>
            </a:r>
            <a:br/>
            <a:endParaRPr lang="en-US" sz="3600" b="0" strike="noStrike" spc="-1">
              <a:solidFill>
                <a:srgbClr val="000000"/>
              </a:solidFill>
              <a:latin typeface="Trebuchet MS"/>
            </a:endParaRPr>
          </a:p>
        </p:txBody>
      </p:sp>
      <p:sp>
        <p:nvSpPr>
          <p:cNvPr id="141" name="TextShape 2"/>
          <p:cNvSpPr txBox="1"/>
          <p:nvPr/>
        </p:nvSpPr>
        <p:spPr>
          <a:xfrm>
            <a:off x="677160" y="2160720"/>
            <a:ext cx="8596440" cy="3880440"/>
          </a:xfrm>
          <a:prstGeom prst="rect">
            <a:avLst/>
          </a:prstGeom>
          <a:noFill/>
          <a:ln>
            <a:noFill/>
          </a:ln>
        </p:spPr>
        <p:txBody>
          <a:bodyPr>
            <a:normAutofit/>
          </a:bodyPr>
          <a:lstStyle/>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Access specifiers facilitate Data Hiding in C++ programs by restricting access to the class member functions and data members. There are three types of access specifiers in C++:</a:t>
            </a:r>
          </a:p>
          <a:p>
            <a:pPr marL="343080" indent="-342720">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Private</a:t>
            </a:r>
            <a:endParaRPr lang="en-US" sz="1800" b="0" strike="noStrike" spc="-1">
              <a:solidFill>
                <a:srgbClr val="404040"/>
              </a:solidFill>
              <a:latin typeface="Trebuchet MS"/>
            </a:endParaRPr>
          </a:p>
          <a:p>
            <a:pPr marL="343080" indent="-342720">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Protected</a:t>
            </a:r>
            <a:endParaRPr lang="en-US" sz="1800" b="0" strike="noStrike" spc="-1">
              <a:solidFill>
                <a:srgbClr val="404040"/>
              </a:solidFill>
              <a:latin typeface="Trebuchet MS"/>
            </a:endParaRPr>
          </a:p>
          <a:p>
            <a:pPr marL="343080" indent="-342720">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Public</a:t>
            </a:r>
            <a:endParaRPr lang="en-US" sz="1800" b="0" strike="noStrike" spc="-1">
              <a:solidFill>
                <a:srgbClr val="404040"/>
              </a:solidFill>
              <a:latin typeface="Trebuchet MS"/>
            </a:endParaRP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Access specifiers play an important role in implementing encapsulation in C++. The process of implementing encapsulation can be sub-divided into two steps:</a:t>
            </a:r>
          </a:p>
          <a:p>
            <a:pPr marL="743040" lvl="1" indent="-285480">
              <a:lnSpc>
                <a:spcPct val="100000"/>
              </a:lnSpc>
              <a:spcBef>
                <a:spcPts val="1001"/>
              </a:spcBef>
              <a:buClr>
                <a:srgbClr val="90C226"/>
              </a:buClr>
              <a:buSzPct val="80000"/>
              <a:buFont typeface="Wingdings" charset="2"/>
              <a:buChar char=""/>
            </a:pPr>
            <a:r>
              <a:rPr lang="en-US" sz="1600" b="0" strike="noStrike" spc="-1">
                <a:solidFill>
                  <a:srgbClr val="404040"/>
                </a:solidFill>
                <a:latin typeface="Trebuchet MS"/>
              </a:rPr>
              <a:t>Creating a class to encapsulate all the data and methods into a single unit.</a:t>
            </a:r>
          </a:p>
          <a:p>
            <a:pPr marL="743040" lvl="1" indent="-285480">
              <a:lnSpc>
                <a:spcPct val="100000"/>
              </a:lnSpc>
              <a:spcBef>
                <a:spcPts val="1001"/>
              </a:spcBef>
              <a:buClr>
                <a:srgbClr val="90C226"/>
              </a:buClr>
              <a:buSzPct val="80000"/>
              <a:buFont typeface="Wingdings" charset="2"/>
              <a:buChar char=""/>
            </a:pPr>
            <a:r>
              <a:rPr lang="en-US" sz="1600" b="0" strike="noStrike" spc="-1">
                <a:solidFill>
                  <a:srgbClr val="404040"/>
                </a:solidFill>
                <a:latin typeface="Trebuchet MS"/>
              </a:rPr>
              <a:t>Hiding relevant data using access specifiers.</a:t>
            </a:r>
          </a:p>
          <a:p>
            <a:pPr>
              <a:lnSpc>
                <a:spcPct val="100000"/>
              </a:lnSpc>
              <a:spcBef>
                <a:spcPts val="1001"/>
              </a:spcBef>
            </a:pPr>
            <a:endParaRPr lang="en-US" sz="1600" b="0" strike="noStrike" spc="-1">
              <a:solidFill>
                <a:srgbClr val="404040"/>
              </a:solidFill>
              <a:latin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Shape 1"/>
          <p:cNvSpPr txBox="1"/>
          <p:nvPr/>
        </p:nvSpPr>
        <p:spPr>
          <a:xfrm>
            <a:off x="677160" y="609480"/>
            <a:ext cx="8596440" cy="1320480"/>
          </a:xfrm>
          <a:prstGeom prst="rect">
            <a:avLst/>
          </a:prstGeom>
          <a:noFill/>
          <a:ln>
            <a:noFill/>
          </a:ln>
        </p:spPr>
        <p:txBody>
          <a:bodyPr/>
          <a:lstStyle/>
          <a:p>
            <a:pPr>
              <a:lnSpc>
                <a:spcPct val="100000"/>
              </a:lnSpc>
            </a:pPr>
            <a:r>
              <a:rPr lang="en-US" sz="3600" b="1" u="sng" strike="noStrike" spc="-1">
                <a:solidFill>
                  <a:srgbClr val="90C226"/>
                </a:solidFill>
                <a:uFillTx/>
                <a:latin typeface="Trebuchet MS"/>
              </a:rPr>
              <a:t>Benefits of Encapsulation</a:t>
            </a:r>
            <a:endParaRPr lang="en-US" sz="3600" b="0" strike="noStrike" spc="-1">
              <a:solidFill>
                <a:srgbClr val="000000"/>
              </a:solidFill>
              <a:latin typeface="Trebuchet MS"/>
            </a:endParaRPr>
          </a:p>
        </p:txBody>
      </p:sp>
      <p:sp>
        <p:nvSpPr>
          <p:cNvPr id="143" name="TextShape 2"/>
          <p:cNvSpPr txBox="1"/>
          <p:nvPr/>
        </p:nvSpPr>
        <p:spPr>
          <a:xfrm>
            <a:off x="838080" y="1524600"/>
            <a:ext cx="10799280" cy="5028480"/>
          </a:xfrm>
          <a:prstGeom prst="rect">
            <a:avLst/>
          </a:prstGeom>
          <a:noFill/>
          <a:ln>
            <a:noFill/>
          </a:ln>
        </p:spPr>
        <p:txBody>
          <a:bodyPr>
            <a:normAutofit/>
          </a:bodyPr>
          <a:lstStyle/>
          <a:p>
            <a:pPr>
              <a:lnSpc>
                <a:spcPct val="100000"/>
              </a:lnSpc>
              <a:spcBef>
                <a:spcPts val="1001"/>
              </a:spcBef>
            </a:pPr>
            <a:r>
              <a:rPr lang="en-US" sz="1800" b="0" strike="noStrike" spc="-1">
                <a:solidFill>
                  <a:srgbClr val="404040"/>
                </a:solidFill>
                <a:latin typeface="Trebuchet MS"/>
              </a:rPr>
              <a:t>Encapsulation provides several benefits, including:</a:t>
            </a:r>
          </a:p>
          <a:p>
            <a:pPr marL="343080" indent="-342720">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Improved code maintainability: </a:t>
            </a:r>
            <a:r>
              <a:rPr lang="en-US" sz="1800" b="0" strike="noStrike" spc="-1">
                <a:solidFill>
                  <a:srgbClr val="404040"/>
                </a:solidFill>
                <a:latin typeface="Trebuchet MS"/>
              </a:rPr>
              <a:t>Encapsulation helps in improving the code maintainability by providing a clear separation between the implementation details of a class and its clients.</a:t>
            </a:r>
          </a:p>
          <a:p>
            <a:pPr marL="343080" indent="-342720">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Data hiding: </a:t>
            </a:r>
            <a:r>
              <a:rPr lang="en-US" sz="1800" b="0" strike="noStrike" spc="-1">
                <a:solidFill>
                  <a:srgbClr val="404040"/>
                </a:solidFill>
                <a:latin typeface="Trebuchet MS"/>
              </a:rPr>
              <a:t>Encapsulation enables data hiding, which protects the data members of a class from being accessed and modified by the clients of the class.</a:t>
            </a:r>
          </a:p>
          <a:p>
            <a:pPr marL="343080" indent="-342720">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Code reuse: </a:t>
            </a:r>
            <a:r>
              <a:rPr lang="en-US" sz="1800" b="0" strike="noStrike" spc="-1">
                <a:solidFill>
                  <a:srgbClr val="404040"/>
                </a:solidFill>
                <a:latin typeface="Trebuchet MS"/>
              </a:rPr>
              <a:t>Encapsulation helps in code reuse by providing a modular design that can be easily extended and modified.</a:t>
            </a:r>
          </a:p>
          <a:p>
            <a:pPr marL="343080" indent="-342720">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Security: </a:t>
            </a:r>
            <a:r>
              <a:rPr lang="en-US" sz="1800" b="0" strike="noStrike" spc="-1">
                <a:solidFill>
                  <a:srgbClr val="404040"/>
                </a:solidFill>
                <a:latin typeface="Trebuchet MS"/>
              </a:rPr>
              <a:t>Encapsulation provides security by preventing unauthorized access to the data members of a class.</a:t>
            </a:r>
          </a:p>
          <a:p>
            <a:pPr>
              <a:lnSpc>
                <a:spcPct val="100000"/>
              </a:lnSpc>
              <a:spcBef>
                <a:spcPts val="1001"/>
              </a:spcBef>
            </a:pPr>
            <a:endParaRPr lang="en-US" sz="1800" b="0" strike="noStrike" spc="-1">
              <a:solidFill>
                <a:srgbClr val="404040"/>
              </a:solidFill>
              <a:latin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extShape 1"/>
          <p:cNvSpPr txBox="1"/>
          <p:nvPr/>
        </p:nvSpPr>
        <p:spPr>
          <a:xfrm>
            <a:off x="677160" y="609480"/>
            <a:ext cx="8596440" cy="1320480"/>
          </a:xfrm>
          <a:prstGeom prst="rect">
            <a:avLst/>
          </a:prstGeom>
          <a:noFill/>
          <a:ln>
            <a:noFill/>
          </a:ln>
        </p:spPr>
        <p:txBody>
          <a:bodyPr/>
          <a:lstStyle/>
          <a:p>
            <a:pPr>
              <a:lnSpc>
                <a:spcPct val="100000"/>
              </a:lnSpc>
            </a:pPr>
            <a:r>
              <a:rPr lang="en-US" sz="3600" b="1" u="sng" strike="noStrike" spc="-1">
                <a:solidFill>
                  <a:srgbClr val="90C226"/>
                </a:solidFill>
                <a:uFillTx/>
                <a:latin typeface="Trebuchet MS"/>
              </a:rPr>
              <a:t>Abstraction</a:t>
            </a:r>
            <a:endParaRPr lang="en-US" sz="3600" b="0" strike="noStrike" spc="-1">
              <a:solidFill>
                <a:srgbClr val="000000"/>
              </a:solidFill>
              <a:latin typeface="Trebuchet MS"/>
            </a:endParaRPr>
          </a:p>
        </p:txBody>
      </p:sp>
      <p:pic>
        <p:nvPicPr>
          <p:cNvPr id="145" name="Content Placeholder 3"/>
          <p:cNvPicPr/>
          <p:nvPr/>
        </p:nvPicPr>
        <p:blipFill>
          <a:blip r:embed="rId2"/>
          <a:stretch/>
        </p:blipFill>
        <p:spPr>
          <a:xfrm>
            <a:off x="2999160" y="2720160"/>
            <a:ext cx="3953160" cy="2762280"/>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Shape 1"/>
          <p:cNvSpPr txBox="1"/>
          <p:nvPr/>
        </p:nvSpPr>
        <p:spPr>
          <a:xfrm>
            <a:off x="677160" y="609480"/>
            <a:ext cx="8596440" cy="1320480"/>
          </a:xfrm>
          <a:prstGeom prst="rect">
            <a:avLst/>
          </a:prstGeom>
          <a:noFill/>
          <a:ln>
            <a:noFill/>
          </a:ln>
        </p:spPr>
        <p:txBody>
          <a:bodyPr/>
          <a:lstStyle/>
          <a:p>
            <a:pPr>
              <a:lnSpc>
                <a:spcPct val="100000"/>
              </a:lnSpc>
            </a:pPr>
            <a:r>
              <a:rPr lang="en-US" sz="3600" b="1" u="sng" strike="noStrike" spc="-1">
                <a:solidFill>
                  <a:srgbClr val="90C226"/>
                </a:solidFill>
                <a:uFillTx/>
                <a:latin typeface="Trebuchet MS"/>
              </a:rPr>
              <a:t>Abstraction</a:t>
            </a:r>
            <a:endParaRPr lang="en-US" sz="3600" b="0" strike="noStrike" spc="-1">
              <a:solidFill>
                <a:srgbClr val="000000"/>
              </a:solidFill>
              <a:latin typeface="Trebuchet MS"/>
            </a:endParaRPr>
          </a:p>
        </p:txBody>
      </p:sp>
      <p:sp>
        <p:nvSpPr>
          <p:cNvPr id="147" name="TextShape 2"/>
          <p:cNvSpPr txBox="1"/>
          <p:nvPr/>
        </p:nvSpPr>
        <p:spPr>
          <a:xfrm>
            <a:off x="677160" y="2160720"/>
            <a:ext cx="8596440" cy="3880440"/>
          </a:xfrm>
          <a:prstGeom prst="rect">
            <a:avLst/>
          </a:prstGeom>
          <a:noFill/>
          <a:ln>
            <a:noFill/>
          </a:ln>
        </p:spPr>
        <p:txBody>
          <a:bodyPr/>
          <a:lstStyle/>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Data abstraction refers to providing only essential information to the outside world and hiding their background details, i.e., to represent the needed information in program without presenting the details.</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Data abstraction is a programming (and design) technique that relies on the separation of interface and implementation.</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With data abstraction we think about </a:t>
            </a:r>
            <a:r>
              <a:rPr lang="en-US" sz="1800" b="0" u="sng" strike="noStrike" spc="-1">
                <a:solidFill>
                  <a:srgbClr val="404040"/>
                </a:solidFill>
                <a:uFillTx/>
                <a:latin typeface="Trebuchet MS"/>
              </a:rPr>
              <a:t>what</a:t>
            </a:r>
            <a:r>
              <a:rPr lang="en-US" sz="1800" b="0" strike="noStrike" spc="-1">
                <a:solidFill>
                  <a:srgbClr val="404040"/>
                </a:solidFill>
                <a:latin typeface="Trebuchet MS"/>
              </a:rPr>
              <a:t> operations can be performed on a particular type of data and not </a:t>
            </a:r>
            <a:r>
              <a:rPr lang="en-US" sz="1800" b="0" u="sng" strike="noStrike" spc="-1">
                <a:solidFill>
                  <a:srgbClr val="404040"/>
                </a:solidFill>
                <a:uFillTx/>
                <a:latin typeface="Trebuchet MS"/>
              </a:rPr>
              <a:t>how</a:t>
            </a:r>
            <a:r>
              <a:rPr lang="en-US" sz="1800" b="0" strike="noStrike" spc="-1">
                <a:solidFill>
                  <a:srgbClr val="404040"/>
                </a:solidFill>
                <a:latin typeface="Trebuchet MS"/>
              </a:rPr>
              <a:t> it does it</a:t>
            </a:r>
          </a:p>
          <a:p>
            <a:pPr>
              <a:lnSpc>
                <a:spcPct val="100000"/>
              </a:lnSpc>
              <a:spcBef>
                <a:spcPts val="1001"/>
              </a:spcBef>
            </a:pPr>
            <a:endParaRPr lang="en-US" sz="1800" b="0" strike="noStrike" spc="-1">
              <a:solidFill>
                <a:srgbClr val="404040"/>
              </a:solidFill>
              <a:latin typeface="Trebuchet MS"/>
            </a:endParaRPr>
          </a:p>
          <a:p>
            <a:pPr>
              <a:lnSpc>
                <a:spcPct val="100000"/>
              </a:lnSpc>
              <a:spcBef>
                <a:spcPts val="1001"/>
              </a:spcBef>
            </a:pPr>
            <a:endParaRPr lang="en-US" sz="1800" b="0" strike="noStrike" spc="-1">
              <a:solidFill>
                <a:srgbClr val="404040"/>
              </a:solidFill>
              <a:latin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extShape 1"/>
          <p:cNvSpPr txBox="1"/>
          <p:nvPr/>
        </p:nvSpPr>
        <p:spPr>
          <a:xfrm>
            <a:off x="677160" y="609480"/>
            <a:ext cx="8596440" cy="1320480"/>
          </a:xfrm>
          <a:prstGeom prst="rect">
            <a:avLst/>
          </a:prstGeom>
          <a:noFill/>
          <a:ln>
            <a:noFill/>
          </a:ln>
        </p:spPr>
        <p:txBody>
          <a:bodyPr/>
          <a:lstStyle/>
          <a:p>
            <a:pPr>
              <a:lnSpc>
                <a:spcPct val="100000"/>
              </a:lnSpc>
            </a:pPr>
            <a:r>
              <a:rPr lang="en-US" sz="3600" b="1" u="sng" strike="noStrike" spc="-1">
                <a:solidFill>
                  <a:srgbClr val="90C226"/>
                </a:solidFill>
                <a:uFillTx/>
                <a:latin typeface="Trebuchet MS"/>
              </a:rPr>
              <a:t>Abstraction</a:t>
            </a:r>
            <a:endParaRPr lang="en-US" sz="3600" b="0" strike="noStrike" spc="-1">
              <a:solidFill>
                <a:srgbClr val="000000"/>
              </a:solidFill>
              <a:latin typeface="Trebuchet MS"/>
            </a:endParaRPr>
          </a:p>
        </p:txBody>
      </p:sp>
      <p:sp>
        <p:nvSpPr>
          <p:cNvPr id="149" name="TextShape 2"/>
          <p:cNvSpPr txBox="1"/>
          <p:nvPr/>
        </p:nvSpPr>
        <p:spPr>
          <a:xfrm>
            <a:off x="664920" y="1413000"/>
            <a:ext cx="6649920" cy="4763520"/>
          </a:xfrm>
          <a:prstGeom prst="rect">
            <a:avLst/>
          </a:prstGeom>
          <a:noFill/>
          <a:ln>
            <a:noFill/>
          </a:ln>
        </p:spPr>
        <p:txBody>
          <a:bodyPr/>
          <a:lstStyle/>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Consider a</a:t>
            </a:r>
            <a:r>
              <a:rPr lang="en-US" sz="1800" b="1" i="1" strike="noStrike" spc="-1">
                <a:solidFill>
                  <a:srgbClr val="404040"/>
                </a:solidFill>
                <a:latin typeface="Trebuchet MS"/>
              </a:rPr>
              <a:t> real-life example of a man driving a car</a:t>
            </a:r>
            <a:r>
              <a:rPr lang="en-US" sz="1800" b="0" strike="noStrike" spc="-1">
                <a:solidFill>
                  <a:srgbClr val="404040"/>
                </a:solidFill>
                <a:latin typeface="Trebuchet MS"/>
              </a:rPr>
              <a:t>. The man only knows that pressing the accelerator will increase the speed of the car or applying brakes will stop the car but he does not know how on pressing the accelerator the speed is actually increasing, he does not know about the inner mechanism of the car or the implementation of the accelerator, brakes, etc in the car. This is what abstraction is.</a:t>
            </a:r>
          </a:p>
        </p:txBody>
      </p:sp>
      <p:pic>
        <p:nvPicPr>
          <p:cNvPr id="150" name="Picture 3"/>
          <p:cNvPicPr/>
          <p:nvPr/>
        </p:nvPicPr>
        <p:blipFill>
          <a:blip r:embed="rId2"/>
          <a:stretch/>
        </p:blipFill>
        <p:spPr>
          <a:xfrm>
            <a:off x="7025040" y="1690560"/>
            <a:ext cx="5069880" cy="3379680"/>
          </a:xfrm>
          <a:prstGeom prst="rect">
            <a:avLst/>
          </a:prstGeom>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 name="Content Placeholder 4"/>
          <p:cNvPicPr/>
          <p:nvPr/>
        </p:nvPicPr>
        <p:blipFill>
          <a:blip r:embed="rId2"/>
          <a:stretch/>
        </p:blipFill>
        <p:spPr>
          <a:xfrm>
            <a:off x="1163880" y="628920"/>
            <a:ext cx="9434520" cy="6156360"/>
          </a:xfrm>
          <a:prstGeom prst="rect">
            <a:avLst/>
          </a:prstGeom>
          <a:ln>
            <a:noFill/>
          </a:ln>
        </p:spPr>
      </p:pic>
      <p:sp>
        <p:nvSpPr>
          <p:cNvPr id="152" name="CustomShape 1"/>
          <p:cNvSpPr/>
          <p:nvPr/>
        </p:nvSpPr>
        <p:spPr>
          <a:xfrm>
            <a:off x="976680" y="0"/>
            <a:ext cx="10515240" cy="72000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nSpc>
                <a:spcPct val="90000"/>
              </a:lnSpc>
            </a:pPr>
            <a:r>
              <a:rPr lang="en-US" sz="4400" b="1" u="sng" strike="noStrike" spc="-1">
                <a:solidFill>
                  <a:srgbClr val="000000"/>
                </a:solidFill>
                <a:uFillTx/>
                <a:latin typeface="Trebuchet MS"/>
              </a:rPr>
              <a:t>Abstraction</a:t>
            </a:r>
            <a:endParaRPr lang="en-US" sz="44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Shape 1"/>
          <p:cNvSpPr txBox="1"/>
          <p:nvPr/>
        </p:nvSpPr>
        <p:spPr>
          <a:xfrm>
            <a:off x="838080" y="365040"/>
            <a:ext cx="10515240" cy="729000"/>
          </a:xfrm>
          <a:prstGeom prst="rect">
            <a:avLst/>
          </a:prstGeom>
          <a:noFill/>
          <a:ln>
            <a:noFill/>
          </a:ln>
        </p:spPr>
        <p:txBody>
          <a:bodyPr lIns="90360" tIns="44280" rIns="90360" bIns="44280" anchor="b">
            <a:normAutofit/>
          </a:bodyPr>
          <a:lstStyle/>
          <a:p>
            <a:pPr>
              <a:lnSpc>
                <a:spcPct val="100000"/>
              </a:lnSpc>
            </a:pPr>
            <a:r>
              <a:rPr lang="en-US" sz="3600" b="0" strike="noStrike" spc="-1">
                <a:solidFill>
                  <a:srgbClr val="90C226"/>
                </a:solidFill>
                <a:latin typeface="Trebuchet MS"/>
              </a:rPr>
              <a:t>Data Abstraction</a:t>
            </a:r>
            <a:endParaRPr lang="en-US" sz="3600" b="0" strike="noStrike" spc="-1">
              <a:solidFill>
                <a:srgbClr val="000000"/>
              </a:solidFill>
              <a:latin typeface="Trebuchet MS"/>
            </a:endParaRPr>
          </a:p>
        </p:txBody>
      </p:sp>
      <p:sp>
        <p:nvSpPr>
          <p:cNvPr id="154" name="TextShape 2"/>
          <p:cNvSpPr txBox="1"/>
          <p:nvPr/>
        </p:nvSpPr>
        <p:spPr>
          <a:xfrm>
            <a:off x="838080" y="1271520"/>
            <a:ext cx="10515240" cy="4350960"/>
          </a:xfrm>
          <a:prstGeom prst="rect">
            <a:avLst/>
          </a:prstGeom>
          <a:noFill/>
          <a:ln>
            <a:noFill/>
          </a:ln>
        </p:spPr>
        <p:txBody>
          <a:bodyPr lIns="90360" tIns="44280" rIns="90360" bIns="44280">
            <a:normAutofit/>
          </a:bodyPr>
          <a:lstStyle/>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Data Abstraction is one of the most powerful programming paradigms </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It allows us to create our own user defined data types (using the class construct) and </a:t>
            </a:r>
          </a:p>
          <a:p>
            <a:pPr marL="743040" lvl="1" indent="-285480">
              <a:lnSpc>
                <a:spcPct val="100000"/>
              </a:lnSpc>
              <a:spcBef>
                <a:spcPts val="1001"/>
              </a:spcBef>
              <a:buClr>
                <a:srgbClr val="90C226"/>
              </a:buClr>
              <a:buSzPct val="80000"/>
              <a:buFont typeface="Wingdings 3" charset="2"/>
              <a:buChar char=""/>
            </a:pPr>
            <a:r>
              <a:rPr lang="en-US" sz="1600" b="0" strike="noStrike" spc="-1">
                <a:solidFill>
                  <a:srgbClr val="404040"/>
                </a:solidFill>
                <a:latin typeface="Trebuchet MS"/>
              </a:rPr>
              <a:t>then define variables (i.e., objects) of those new data types.</a:t>
            </a:r>
          </a:p>
          <a:p>
            <a:pPr marL="743040" lvl="1" indent="-285480">
              <a:lnSpc>
                <a:spcPct val="100000"/>
              </a:lnSpc>
              <a:spcBef>
                <a:spcPts val="1001"/>
              </a:spcBef>
              <a:buClr>
                <a:srgbClr val="90C226"/>
              </a:buClr>
              <a:buSzPct val="80000"/>
              <a:buFont typeface="Wingdings 3" charset="2"/>
              <a:buChar char=""/>
            </a:pPr>
            <a:r>
              <a:rPr lang="en-US" sz="1600" b="0" strike="noStrike" spc="-1">
                <a:solidFill>
                  <a:srgbClr val="404040"/>
                </a:solidFill>
                <a:latin typeface="Trebuchet MS"/>
              </a:rPr>
              <a:t>With data abstraction we think about </a:t>
            </a:r>
            <a:r>
              <a:rPr lang="en-US" sz="1600" b="0" u="sng" strike="noStrike" spc="-1">
                <a:solidFill>
                  <a:srgbClr val="404040"/>
                </a:solidFill>
                <a:uFillTx/>
                <a:latin typeface="Trebuchet MS"/>
              </a:rPr>
              <a:t>what</a:t>
            </a:r>
            <a:r>
              <a:rPr lang="en-US" sz="1600" b="0" strike="noStrike" spc="-1">
                <a:solidFill>
                  <a:srgbClr val="404040"/>
                </a:solidFill>
                <a:latin typeface="Trebuchet MS"/>
              </a:rPr>
              <a:t> operations can be performed on a particular type of data and not </a:t>
            </a:r>
            <a:r>
              <a:rPr lang="en-US" sz="1600" b="0" u="sng" strike="noStrike" spc="-1">
                <a:solidFill>
                  <a:srgbClr val="404040"/>
                </a:solidFill>
                <a:uFillTx/>
                <a:latin typeface="Trebuchet MS"/>
              </a:rPr>
              <a:t>how</a:t>
            </a:r>
            <a:r>
              <a:rPr lang="en-US" sz="1600" b="0" strike="noStrike" spc="-1">
                <a:solidFill>
                  <a:srgbClr val="404040"/>
                </a:solidFill>
                <a:latin typeface="Trebuchet MS"/>
              </a:rPr>
              <a:t> it does it</a:t>
            </a:r>
          </a:p>
          <a:p>
            <a:endParaRPr lang="en-US" sz="1600" b="0" strike="noStrike" spc="-1">
              <a:solidFill>
                <a:srgbClr val="404040"/>
              </a:solidFill>
              <a:latin typeface="Trebuchet MS"/>
            </a:endParaRPr>
          </a:p>
        </p:txBody>
      </p:sp>
      <p:sp>
        <p:nvSpPr>
          <p:cNvPr id="155" name="TextShape 3"/>
          <p:cNvSpPr txBox="1"/>
          <p:nvPr/>
        </p:nvSpPr>
        <p:spPr>
          <a:xfrm>
            <a:off x="8590680" y="6041520"/>
            <a:ext cx="682920" cy="364680"/>
          </a:xfrm>
          <a:prstGeom prst="rect">
            <a:avLst/>
          </a:prstGeom>
          <a:noFill/>
          <a:ln>
            <a:noFill/>
          </a:ln>
        </p:spPr>
        <p:txBody>
          <a:bodyPr anchor="ctr"/>
          <a:lstStyle/>
          <a:p>
            <a:pPr algn="r">
              <a:lnSpc>
                <a:spcPct val="100000"/>
              </a:lnSpc>
            </a:pPr>
            <a:fld id="{F7D5191A-2FD5-46AF-BA76-0442188C642B}" type="slidenum">
              <a:rPr lang="en-US" sz="900" b="0" strike="noStrike" spc="-1">
                <a:solidFill>
                  <a:srgbClr val="90C226"/>
                </a:solidFill>
                <a:latin typeface="Trebuchet MS"/>
              </a:rPr>
              <a:t>16</a:t>
            </a:fld>
            <a:endParaRPr lang="en-US" sz="900" b="0" strike="noStrike" spc="-1">
              <a:latin typeface="Times New Roman"/>
            </a:endParaRPr>
          </a:p>
        </p:txBody>
      </p:sp>
      <p:sp>
        <p:nvSpPr>
          <p:cNvPr id="156" name="CustomShape 4"/>
          <p:cNvSpPr/>
          <p:nvPr/>
        </p:nvSpPr>
        <p:spPr>
          <a:xfrm>
            <a:off x="990720" y="4183920"/>
            <a:ext cx="10515240" cy="2144880"/>
          </a:xfrm>
          <a:prstGeom prst="rect">
            <a:avLst/>
          </a:prstGeom>
          <a:noFill/>
          <a:ln>
            <a:noFill/>
          </a:ln>
        </p:spPr>
        <p:style>
          <a:lnRef idx="0">
            <a:scrgbClr r="0" g="0" b="0"/>
          </a:lnRef>
          <a:fillRef idx="0">
            <a:scrgbClr r="0" g="0" b="0"/>
          </a:fillRef>
          <a:effectRef idx="0">
            <a:scrgbClr r="0" g="0" b="0"/>
          </a:effectRef>
          <a:fontRef idx="minor"/>
        </p:style>
        <p:txBody>
          <a:bodyPr lIns="90360" tIns="44280" rIns="90360" bIns="44280">
            <a:norm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Trebuchet MS"/>
              </a:rPr>
              <a:t>Data abstraction is used as a tool to increase the </a:t>
            </a:r>
            <a:r>
              <a:rPr lang="en-US" sz="2800" b="1" strike="noStrike" spc="-1">
                <a:solidFill>
                  <a:srgbClr val="FF0000"/>
                </a:solidFill>
                <a:latin typeface="Trebuchet MS"/>
              </a:rPr>
              <a:t>modularity</a:t>
            </a:r>
            <a:r>
              <a:rPr lang="en-US" sz="2800" b="0" strike="noStrike" spc="-1">
                <a:solidFill>
                  <a:srgbClr val="000000"/>
                </a:solidFill>
                <a:latin typeface="Trebuchet MS"/>
              </a:rPr>
              <a:t> of a program</a:t>
            </a:r>
            <a:endParaRPr lang="en-US" sz="2800" b="0" strike="noStrike" spc="-1">
              <a:latin typeface="Arial"/>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Trebuchet MS"/>
              </a:rPr>
              <a:t>It is used to build walls between a program and its data structures</a:t>
            </a:r>
            <a:endParaRPr lang="en-US" sz="2800" b="0" strike="noStrike" spc="-1">
              <a:latin typeface="Arial"/>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Trebuchet MS"/>
              </a:rPr>
              <a:t>what is a data structure? </a:t>
            </a:r>
            <a:endParaRPr lang="en-US" sz="2400" b="0" strike="noStrike" spc="-1">
              <a:latin typeface="Arial"/>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Trebuchet MS"/>
              </a:rPr>
              <a:t>talk about some examples of data structures</a:t>
            </a:r>
            <a:endParaRPr lang="en-US" sz="2400" b="0" strike="noStrike" spc="-1">
              <a:latin typeface="Arial"/>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Trebuchet MS"/>
              </a:rPr>
              <a:t>We use it to build new abstract data types</a:t>
            </a:r>
            <a:endParaRPr lang="en-US" sz="2800" b="0" strike="noStrike" spc="-1">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extShape 1"/>
          <p:cNvSpPr txBox="1"/>
          <p:nvPr/>
        </p:nvSpPr>
        <p:spPr>
          <a:xfrm>
            <a:off x="677160" y="609480"/>
            <a:ext cx="8596440" cy="1320480"/>
          </a:xfrm>
          <a:prstGeom prst="rect">
            <a:avLst/>
          </a:prstGeom>
          <a:noFill/>
          <a:ln>
            <a:noFill/>
          </a:ln>
        </p:spPr>
        <p:txBody>
          <a:bodyPr/>
          <a:lstStyle/>
          <a:p>
            <a:endParaRPr lang="en-US" sz="1800" b="0" strike="noStrike" spc="-1">
              <a:solidFill>
                <a:srgbClr val="000000"/>
              </a:solidFill>
              <a:latin typeface="Trebuchet MS"/>
            </a:endParaRPr>
          </a:p>
        </p:txBody>
      </p:sp>
      <p:pic>
        <p:nvPicPr>
          <p:cNvPr id="158" name="Content Placeholder 3"/>
          <p:cNvPicPr/>
          <p:nvPr/>
        </p:nvPicPr>
        <p:blipFill>
          <a:blip r:embed="rId2"/>
          <a:stretch/>
        </p:blipFill>
        <p:spPr>
          <a:xfrm>
            <a:off x="838080" y="80640"/>
            <a:ext cx="10030320" cy="6799320"/>
          </a:xfrm>
          <a:prstGeom prst="rect">
            <a:avLst/>
          </a:prstGeom>
          <a:ln>
            <a:noFill/>
          </a:ln>
        </p:spPr>
      </p:pic>
      <p:pic>
        <p:nvPicPr>
          <p:cNvPr id="159" name="Picture 4"/>
          <p:cNvPicPr/>
          <p:nvPr/>
        </p:nvPicPr>
        <p:blipFill>
          <a:blip r:embed="rId3"/>
          <a:stretch/>
        </p:blipFill>
        <p:spPr>
          <a:xfrm>
            <a:off x="2824560" y="3885120"/>
            <a:ext cx="5044680" cy="2460960"/>
          </a:xfrm>
          <a:prstGeom prst="rect">
            <a:avLst/>
          </a:prstGeom>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extShape 1"/>
          <p:cNvSpPr txBox="1"/>
          <p:nvPr/>
        </p:nvSpPr>
        <p:spPr>
          <a:xfrm>
            <a:off x="677160" y="609480"/>
            <a:ext cx="8596440" cy="1320480"/>
          </a:xfrm>
          <a:prstGeom prst="rect">
            <a:avLst/>
          </a:prstGeom>
          <a:noFill/>
          <a:ln>
            <a:noFill/>
          </a:ln>
        </p:spPr>
        <p:txBody>
          <a:bodyPr lIns="90360" tIns="44280" rIns="90360" bIns="44280" anchor="b">
            <a:normAutofit/>
          </a:bodyPr>
          <a:lstStyle/>
          <a:p>
            <a:pPr>
              <a:lnSpc>
                <a:spcPct val="100000"/>
              </a:lnSpc>
            </a:pPr>
            <a:r>
              <a:rPr lang="en-US" sz="3600" b="0" strike="noStrike" spc="-1">
                <a:solidFill>
                  <a:srgbClr val="90C226"/>
                </a:solidFill>
                <a:latin typeface="Trebuchet MS"/>
              </a:rPr>
              <a:t>Data Abstraction</a:t>
            </a:r>
            <a:endParaRPr lang="en-US" sz="3600" b="0" strike="noStrike" spc="-1">
              <a:solidFill>
                <a:srgbClr val="000000"/>
              </a:solidFill>
              <a:latin typeface="Trebuchet MS"/>
            </a:endParaRPr>
          </a:p>
        </p:txBody>
      </p:sp>
      <p:sp>
        <p:nvSpPr>
          <p:cNvPr id="161" name="TextShape 2"/>
          <p:cNvSpPr txBox="1"/>
          <p:nvPr/>
        </p:nvSpPr>
        <p:spPr>
          <a:xfrm>
            <a:off x="677160" y="2160720"/>
            <a:ext cx="8596440" cy="3880440"/>
          </a:xfrm>
          <a:prstGeom prst="rect">
            <a:avLst/>
          </a:prstGeom>
          <a:noFill/>
          <a:ln>
            <a:noFill/>
          </a:ln>
        </p:spPr>
        <p:txBody>
          <a:bodyPr lIns="90360" tIns="44280" rIns="90360" bIns="44280">
            <a:normAutofit/>
          </a:bodyPr>
          <a:lstStyle/>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An abstract data type (ADT) is a data type that we create</a:t>
            </a:r>
          </a:p>
          <a:p>
            <a:pPr marL="743040" lvl="1" indent="-285480">
              <a:lnSpc>
                <a:spcPct val="100000"/>
              </a:lnSpc>
              <a:spcBef>
                <a:spcPts val="1001"/>
              </a:spcBef>
              <a:buClr>
                <a:srgbClr val="90C226"/>
              </a:buClr>
              <a:buSzPct val="80000"/>
              <a:buFont typeface="Wingdings 3" charset="2"/>
              <a:buChar char=""/>
            </a:pPr>
            <a:r>
              <a:rPr lang="en-US" sz="1600" b="0" strike="noStrike" spc="-1">
                <a:solidFill>
                  <a:srgbClr val="404040"/>
                </a:solidFill>
                <a:latin typeface="Trebuchet MS"/>
              </a:rPr>
              <a:t>consists of data and operations that can be performed on that data</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An abstract data type is any type you want to add to the language over and above the fundamental types</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For example, you might want to add a new type called:	list</a:t>
            </a:r>
          </a:p>
          <a:p>
            <a:pPr marL="743040" lvl="1" indent="-285480">
              <a:lnSpc>
                <a:spcPct val="100000"/>
              </a:lnSpc>
              <a:spcBef>
                <a:spcPts val="1001"/>
              </a:spcBef>
              <a:buClr>
                <a:srgbClr val="90C226"/>
              </a:buClr>
              <a:buSzPct val="80000"/>
              <a:buFont typeface="Wingdings 3" charset="2"/>
              <a:buChar char=""/>
            </a:pPr>
            <a:r>
              <a:rPr lang="en-US" sz="1600" b="0" strike="noStrike" spc="-1">
                <a:solidFill>
                  <a:srgbClr val="404040"/>
                </a:solidFill>
                <a:latin typeface="Trebuchet MS"/>
              </a:rPr>
              <a:t>which maintains a list of data</a:t>
            </a:r>
          </a:p>
          <a:p>
            <a:pPr marL="743040" lvl="1" indent="-285480">
              <a:lnSpc>
                <a:spcPct val="100000"/>
              </a:lnSpc>
              <a:spcBef>
                <a:spcPts val="1001"/>
              </a:spcBef>
              <a:buClr>
                <a:srgbClr val="90C226"/>
              </a:buClr>
              <a:buSzPct val="80000"/>
              <a:buFont typeface="Wingdings 3" charset="2"/>
              <a:buChar char=""/>
            </a:pPr>
            <a:r>
              <a:rPr lang="en-US" sz="1600" b="0" strike="noStrike" spc="-1">
                <a:solidFill>
                  <a:srgbClr val="404040"/>
                </a:solidFill>
                <a:latin typeface="Trebuchet MS"/>
              </a:rPr>
              <a:t>the data structure might be an array of structures</a:t>
            </a:r>
          </a:p>
          <a:p>
            <a:pPr marL="743040" lvl="1" indent="-285480">
              <a:lnSpc>
                <a:spcPct val="100000"/>
              </a:lnSpc>
              <a:spcBef>
                <a:spcPts val="1001"/>
              </a:spcBef>
              <a:buClr>
                <a:srgbClr val="90C226"/>
              </a:buClr>
              <a:buSzPct val="80000"/>
              <a:buFont typeface="Wingdings 3" charset="2"/>
              <a:buChar char=""/>
            </a:pPr>
            <a:r>
              <a:rPr lang="en-US" sz="1600" b="0" strike="noStrike" spc="-1">
                <a:solidFill>
                  <a:srgbClr val="404040"/>
                </a:solidFill>
                <a:latin typeface="Trebuchet MS"/>
              </a:rPr>
              <a:t>operations might be to add to, remove, display all, display some items in the list</a:t>
            </a:r>
          </a:p>
        </p:txBody>
      </p:sp>
      <p:sp>
        <p:nvSpPr>
          <p:cNvPr id="162" name="TextShape 3"/>
          <p:cNvSpPr txBox="1"/>
          <p:nvPr/>
        </p:nvSpPr>
        <p:spPr>
          <a:xfrm>
            <a:off x="677160" y="6041520"/>
            <a:ext cx="6297120" cy="364680"/>
          </a:xfrm>
          <a:prstGeom prst="rect">
            <a:avLst/>
          </a:prstGeom>
          <a:noFill/>
          <a:ln>
            <a:noFill/>
          </a:ln>
        </p:spPr>
        <p:txBody>
          <a:bodyPr anchor="ctr"/>
          <a:lstStyle/>
          <a:p>
            <a:pPr>
              <a:lnSpc>
                <a:spcPct val="100000"/>
              </a:lnSpc>
            </a:pPr>
            <a:r>
              <a:rPr lang="en-US" sz="900" b="0" strike="noStrike" spc="-1">
                <a:solidFill>
                  <a:srgbClr val="8B8B8B"/>
                </a:solidFill>
                <a:latin typeface="Trebuchet MS"/>
              </a:rPr>
              <a:t>CS202 Topic #2</a:t>
            </a:r>
            <a:endParaRPr lang="en-US" sz="900" b="0" strike="noStrike" spc="-1">
              <a:latin typeface="Times New Roman"/>
            </a:endParaRPr>
          </a:p>
        </p:txBody>
      </p:sp>
      <p:sp>
        <p:nvSpPr>
          <p:cNvPr id="163" name="TextShape 4"/>
          <p:cNvSpPr txBox="1"/>
          <p:nvPr/>
        </p:nvSpPr>
        <p:spPr>
          <a:xfrm>
            <a:off x="8590680" y="6041520"/>
            <a:ext cx="682920" cy="364680"/>
          </a:xfrm>
          <a:prstGeom prst="rect">
            <a:avLst/>
          </a:prstGeom>
          <a:noFill/>
          <a:ln>
            <a:noFill/>
          </a:ln>
        </p:spPr>
        <p:txBody>
          <a:bodyPr anchor="ctr"/>
          <a:lstStyle/>
          <a:p>
            <a:pPr algn="r">
              <a:lnSpc>
                <a:spcPct val="100000"/>
              </a:lnSpc>
            </a:pPr>
            <a:fld id="{FD4D9800-4C30-414B-B3D3-031BA425B4BB}" type="slidenum">
              <a:rPr lang="en-US" sz="900" b="0" strike="noStrike" spc="-1">
                <a:solidFill>
                  <a:srgbClr val="90C226"/>
                </a:solidFill>
                <a:latin typeface="Trebuchet MS"/>
              </a:rPr>
              <a:t>18</a:t>
            </a:fld>
            <a:endParaRPr lang="en-US" sz="900" b="0" strike="noStrike" spc="-1">
              <a:latin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extShape 1"/>
          <p:cNvSpPr txBox="1"/>
          <p:nvPr/>
        </p:nvSpPr>
        <p:spPr>
          <a:xfrm>
            <a:off x="677160" y="609480"/>
            <a:ext cx="8596440" cy="1320480"/>
          </a:xfrm>
          <a:prstGeom prst="rect">
            <a:avLst/>
          </a:prstGeom>
          <a:noFill/>
          <a:ln>
            <a:noFill/>
          </a:ln>
        </p:spPr>
        <p:txBody>
          <a:bodyPr lIns="90360" tIns="44280" rIns="90360" bIns="44280" anchor="b">
            <a:normAutofit/>
          </a:bodyPr>
          <a:lstStyle/>
          <a:p>
            <a:pPr>
              <a:lnSpc>
                <a:spcPct val="100000"/>
              </a:lnSpc>
            </a:pPr>
            <a:r>
              <a:rPr lang="en-US" sz="3600" b="0" strike="noStrike" spc="-1">
                <a:solidFill>
                  <a:srgbClr val="90C226"/>
                </a:solidFill>
                <a:latin typeface="Trebuchet MS"/>
              </a:rPr>
              <a:t>Data Abstraction</a:t>
            </a:r>
            <a:endParaRPr lang="en-US" sz="3600" b="0" strike="noStrike" spc="-1">
              <a:solidFill>
                <a:srgbClr val="000000"/>
              </a:solidFill>
              <a:latin typeface="Trebuchet MS"/>
            </a:endParaRPr>
          </a:p>
        </p:txBody>
      </p:sp>
      <p:sp>
        <p:nvSpPr>
          <p:cNvPr id="165" name="TextShape 2"/>
          <p:cNvSpPr txBox="1"/>
          <p:nvPr/>
        </p:nvSpPr>
        <p:spPr>
          <a:xfrm>
            <a:off x="677160" y="2160720"/>
            <a:ext cx="8596440" cy="3880440"/>
          </a:xfrm>
          <a:prstGeom prst="rect">
            <a:avLst/>
          </a:prstGeom>
          <a:noFill/>
          <a:ln>
            <a:noFill/>
          </a:ln>
        </p:spPr>
        <p:txBody>
          <a:bodyPr lIns="90360" tIns="44280" rIns="90360" bIns="44280">
            <a:normAutofit/>
          </a:bodyPr>
          <a:lstStyle/>
          <a:p>
            <a:pPr marL="343080" indent="-342720">
              <a:lnSpc>
                <a:spcPct val="90000"/>
              </a:lnSpc>
              <a:spcBef>
                <a:spcPts val="1001"/>
              </a:spcBef>
              <a:buClr>
                <a:srgbClr val="90C226"/>
              </a:buClr>
              <a:buSzPct val="80000"/>
              <a:buFont typeface="Wingdings 3" charset="2"/>
              <a:buChar char=""/>
            </a:pPr>
            <a:r>
              <a:rPr lang="en-US" sz="1800" b="0" strike="noStrike" spc="-1">
                <a:solidFill>
                  <a:srgbClr val="404040"/>
                </a:solidFill>
                <a:latin typeface="Trebuchet MS"/>
              </a:rPr>
              <a:t>Once defined, we can create lists without worrying about how the data is stored</a:t>
            </a:r>
          </a:p>
          <a:p>
            <a:pPr marL="343080" indent="-342720">
              <a:lnSpc>
                <a:spcPct val="90000"/>
              </a:lnSpc>
              <a:spcBef>
                <a:spcPts val="1001"/>
              </a:spcBef>
              <a:buClr>
                <a:srgbClr val="90C226"/>
              </a:buClr>
              <a:buSzPct val="80000"/>
              <a:buFont typeface="Wingdings 3" charset="2"/>
              <a:buChar char=""/>
            </a:pPr>
            <a:r>
              <a:rPr lang="en-US" sz="1800" b="0" strike="noStrike" spc="-1">
                <a:solidFill>
                  <a:srgbClr val="404040"/>
                </a:solidFill>
                <a:latin typeface="Trebuchet MS"/>
              </a:rPr>
              <a:t>We “hide” the data structure used for the data within the data type -- so it is transparent to the program using the data type</a:t>
            </a:r>
          </a:p>
          <a:p>
            <a:pPr marL="343080" indent="-342720">
              <a:lnSpc>
                <a:spcPct val="90000"/>
              </a:lnSpc>
              <a:spcBef>
                <a:spcPts val="1001"/>
              </a:spcBef>
              <a:buClr>
                <a:srgbClr val="90C226"/>
              </a:buClr>
              <a:buSzPct val="80000"/>
              <a:buFont typeface="Wingdings 3" charset="2"/>
              <a:buChar char=""/>
            </a:pPr>
            <a:r>
              <a:rPr lang="en-US" sz="1800" b="0" strike="noStrike" spc="-1">
                <a:solidFill>
                  <a:srgbClr val="404040"/>
                </a:solidFill>
                <a:latin typeface="Trebuchet MS"/>
              </a:rPr>
              <a:t>We call the program using this new data type: the client program (or client)</a:t>
            </a:r>
          </a:p>
        </p:txBody>
      </p:sp>
      <p:sp>
        <p:nvSpPr>
          <p:cNvPr id="166" name="TextShape 3"/>
          <p:cNvSpPr txBox="1"/>
          <p:nvPr/>
        </p:nvSpPr>
        <p:spPr>
          <a:xfrm>
            <a:off x="677160" y="6041520"/>
            <a:ext cx="6297120" cy="364680"/>
          </a:xfrm>
          <a:prstGeom prst="rect">
            <a:avLst/>
          </a:prstGeom>
          <a:noFill/>
          <a:ln>
            <a:noFill/>
          </a:ln>
        </p:spPr>
        <p:txBody>
          <a:bodyPr anchor="ctr"/>
          <a:lstStyle/>
          <a:p>
            <a:pPr>
              <a:lnSpc>
                <a:spcPct val="100000"/>
              </a:lnSpc>
            </a:pPr>
            <a:r>
              <a:rPr lang="en-US" sz="900" b="0" strike="noStrike" spc="-1">
                <a:solidFill>
                  <a:srgbClr val="8B8B8B"/>
                </a:solidFill>
                <a:latin typeface="Trebuchet MS"/>
              </a:rPr>
              <a:t>CS202 Topic #2</a:t>
            </a:r>
            <a:endParaRPr lang="en-US" sz="900" b="0" strike="noStrike" spc="-1">
              <a:latin typeface="Times New Roman"/>
            </a:endParaRPr>
          </a:p>
        </p:txBody>
      </p:sp>
      <p:sp>
        <p:nvSpPr>
          <p:cNvPr id="167" name="TextShape 4"/>
          <p:cNvSpPr txBox="1"/>
          <p:nvPr/>
        </p:nvSpPr>
        <p:spPr>
          <a:xfrm>
            <a:off x="8590680" y="6041520"/>
            <a:ext cx="682920" cy="364680"/>
          </a:xfrm>
          <a:prstGeom prst="rect">
            <a:avLst/>
          </a:prstGeom>
          <a:noFill/>
          <a:ln>
            <a:noFill/>
          </a:ln>
        </p:spPr>
        <p:txBody>
          <a:bodyPr anchor="ctr"/>
          <a:lstStyle/>
          <a:p>
            <a:pPr algn="r">
              <a:lnSpc>
                <a:spcPct val="100000"/>
              </a:lnSpc>
            </a:pPr>
            <a:fld id="{AB32C465-331A-49A0-A2DD-3C0115B53505}" type="slidenum">
              <a:rPr lang="en-US" sz="900" b="0" strike="noStrike" spc="-1">
                <a:solidFill>
                  <a:srgbClr val="90C226"/>
                </a:solidFill>
                <a:latin typeface="Trebuchet MS"/>
              </a:rPr>
              <a:t>19</a:t>
            </a:fld>
            <a:endParaRPr lang="en-US" sz="900" b="0" strike="noStrike" spc="-1">
              <a:latin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extShape 1"/>
          <p:cNvSpPr txBox="1"/>
          <p:nvPr/>
        </p:nvSpPr>
        <p:spPr>
          <a:xfrm>
            <a:off x="838080" y="365040"/>
            <a:ext cx="10515240" cy="632160"/>
          </a:xfrm>
          <a:prstGeom prst="rect">
            <a:avLst/>
          </a:prstGeom>
          <a:noFill/>
          <a:ln>
            <a:noFill/>
          </a:ln>
        </p:spPr>
        <p:txBody>
          <a:bodyPr lIns="90360" tIns="44280" rIns="90360" bIns="44280" anchor="b">
            <a:normAutofit/>
          </a:bodyPr>
          <a:lstStyle/>
          <a:p>
            <a:pPr>
              <a:lnSpc>
                <a:spcPct val="100000"/>
              </a:lnSpc>
            </a:pPr>
            <a:r>
              <a:rPr lang="en-US" sz="3600" b="0" strike="noStrike" spc="-1">
                <a:solidFill>
                  <a:srgbClr val="90C226"/>
                </a:solidFill>
                <a:latin typeface="Trebuchet MS"/>
              </a:rPr>
              <a:t>Data Abstraction</a:t>
            </a:r>
            <a:endParaRPr lang="en-US" sz="3600" b="0" strike="noStrike" spc="-1">
              <a:solidFill>
                <a:srgbClr val="000000"/>
              </a:solidFill>
              <a:latin typeface="Trebuchet MS"/>
            </a:endParaRPr>
          </a:p>
        </p:txBody>
      </p:sp>
      <p:sp>
        <p:nvSpPr>
          <p:cNvPr id="169" name="TextShape 2"/>
          <p:cNvSpPr txBox="1"/>
          <p:nvPr/>
        </p:nvSpPr>
        <p:spPr>
          <a:xfrm>
            <a:off x="838080" y="1174320"/>
            <a:ext cx="10515240" cy="4350960"/>
          </a:xfrm>
          <a:prstGeom prst="rect">
            <a:avLst/>
          </a:prstGeom>
          <a:noFill/>
          <a:ln>
            <a:noFill/>
          </a:ln>
        </p:spPr>
        <p:txBody>
          <a:bodyPr lIns="90360" tIns="44280" rIns="90360" bIns="44280">
            <a:normAutofit/>
          </a:bodyPr>
          <a:lstStyle/>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Once we have defined what data and operations make sense for a new data type, we can define them using the class construct in C++</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Once you have defined a class, you can create as many instances of that class as you want</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Each “instance” of the class is considered to be an “object” (variable)</a:t>
            </a:r>
          </a:p>
        </p:txBody>
      </p:sp>
      <p:sp>
        <p:nvSpPr>
          <p:cNvPr id="170" name="TextShape 3"/>
          <p:cNvSpPr txBox="1"/>
          <p:nvPr/>
        </p:nvSpPr>
        <p:spPr>
          <a:xfrm>
            <a:off x="677160" y="6041520"/>
            <a:ext cx="6297120" cy="364680"/>
          </a:xfrm>
          <a:prstGeom prst="rect">
            <a:avLst/>
          </a:prstGeom>
          <a:noFill/>
          <a:ln>
            <a:noFill/>
          </a:ln>
        </p:spPr>
        <p:txBody>
          <a:bodyPr anchor="ctr"/>
          <a:lstStyle/>
          <a:p>
            <a:pPr>
              <a:lnSpc>
                <a:spcPct val="100000"/>
              </a:lnSpc>
            </a:pPr>
            <a:r>
              <a:rPr lang="en-US" sz="900" b="0" strike="noStrike" spc="-1">
                <a:solidFill>
                  <a:srgbClr val="8B8B8B"/>
                </a:solidFill>
                <a:latin typeface="Trebuchet MS"/>
              </a:rPr>
              <a:t>CS202 Topic #2</a:t>
            </a:r>
            <a:endParaRPr lang="en-US" sz="900" b="0" strike="noStrike" spc="-1">
              <a:latin typeface="Times New Roman"/>
            </a:endParaRPr>
          </a:p>
        </p:txBody>
      </p:sp>
      <p:sp>
        <p:nvSpPr>
          <p:cNvPr id="171" name="TextShape 4"/>
          <p:cNvSpPr txBox="1"/>
          <p:nvPr/>
        </p:nvSpPr>
        <p:spPr>
          <a:xfrm>
            <a:off x="8590680" y="6041520"/>
            <a:ext cx="682920" cy="364680"/>
          </a:xfrm>
          <a:prstGeom prst="rect">
            <a:avLst/>
          </a:prstGeom>
          <a:noFill/>
          <a:ln>
            <a:noFill/>
          </a:ln>
        </p:spPr>
        <p:txBody>
          <a:bodyPr anchor="ctr"/>
          <a:lstStyle/>
          <a:p>
            <a:pPr algn="r">
              <a:lnSpc>
                <a:spcPct val="100000"/>
              </a:lnSpc>
            </a:pPr>
            <a:fld id="{D0FA44A9-24FB-48E8-B675-8884E0CE4637}" type="slidenum">
              <a:rPr lang="en-US" sz="900" b="0" strike="noStrike" spc="-1">
                <a:solidFill>
                  <a:srgbClr val="90C226"/>
                </a:solidFill>
                <a:latin typeface="Trebuchet MS"/>
              </a:rPr>
              <a:t>20</a:t>
            </a:fld>
            <a:endParaRPr lang="en-US" sz="900" b="0" strike="noStrike" spc="-1">
              <a:latin typeface="Times New Roman"/>
            </a:endParaRPr>
          </a:p>
        </p:txBody>
      </p:sp>
      <p:sp>
        <p:nvSpPr>
          <p:cNvPr id="172" name="CustomShape 5"/>
          <p:cNvSpPr/>
          <p:nvPr/>
        </p:nvSpPr>
        <p:spPr>
          <a:xfrm>
            <a:off x="990720" y="3754440"/>
            <a:ext cx="10515240" cy="2574360"/>
          </a:xfrm>
          <a:prstGeom prst="rect">
            <a:avLst/>
          </a:prstGeom>
          <a:noFill/>
          <a:ln>
            <a:noFill/>
          </a:ln>
        </p:spPr>
        <p:style>
          <a:lnRef idx="0">
            <a:scrgbClr r="0" g="0" b="0"/>
          </a:lnRef>
          <a:fillRef idx="0">
            <a:scrgbClr r="0" g="0" b="0"/>
          </a:fillRef>
          <a:effectRef idx="0">
            <a:scrgbClr r="0" g="0" b="0"/>
          </a:effectRef>
          <a:fontRef idx="minor"/>
        </p:style>
        <p:txBody>
          <a:bodyPr lIns="90360" tIns="44280" rIns="90360" bIns="44280">
            <a:norm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Trebuchet MS"/>
              </a:rPr>
              <a:t>Think of a class as similar to a data type</a:t>
            </a:r>
            <a:endParaRPr lang="en-US" sz="2800" b="0" strike="noStrike" spc="-1">
              <a:latin typeface="Arial"/>
            </a:endParaRPr>
          </a:p>
          <a:p>
            <a:pPr marL="685800" lvl="1" indent="-228240">
              <a:lnSpc>
                <a:spcPct val="90000"/>
              </a:lnSpc>
              <a:spcBef>
                <a:spcPts val="499"/>
              </a:spcBef>
              <a:buClr>
                <a:srgbClr val="90C226"/>
              </a:buClr>
              <a:buFont typeface="Arial"/>
              <a:buChar char="•"/>
            </a:pPr>
            <a:r>
              <a:rPr lang="en-US" sz="2400" b="0" strike="noStrike" spc="-1">
                <a:solidFill>
                  <a:srgbClr val="000000"/>
                </a:solidFill>
                <a:latin typeface="Trebuchet MS"/>
              </a:rPr>
              <a:t>and an object as a variable</a:t>
            </a:r>
            <a:endParaRPr lang="en-US" sz="2400" b="0" strike="noStrike" spc="-1">
              <a:latin typeface="Arial"/>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Trebuchet MS"/>
              </a:rPr>
              <a:t>And, just as we can have zero or more variables of any data type...</a:t>
            </a:r>
            <a:endParaRPr lang="en-US" sz="2800" b="0" strike="noStrike" spc="-1">
              <a:latin typeface="Arial"/>
            </a:endParaRPr>
          </a:p>
          <a:p>
            <a:pPr marL="685800" lvl="1" indent="-228240">
              <a:lnSpc>
                <a:spcPct val="90000"/>
              </a:lnSpc>
              <a:spcBef>
                <a:spcPts val="499"/>
              </a:spcBef>
              <a:buClr>
                <a:srgbClr val="90C226"/>
              </a:buClr>
              <a:buFont typeface="Arial"/>
              <a:buChar char="•"/>
            </a:pPr>
            <a:r>
              <a:rPr lang="en-US" sz="2400" b="0" strike="noStrike" spc="-1">
                <a:solidFill>
                  <a:srgbClr val="000000"/>
                </a:solidFill>
                <a:latin typeface="Trebuchet MS"/>
              </a:rPr>
              <a:t>we can have zero or more objects of a class!</a:t>
            </a:r>
            <a:endParaRPr lang="en-US" sz="2400" b="0" strike="noStrike" spc="-1">
              <a:latin typeface="Arial"/>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Trebuchet MS"/>
              </a:rPr>
              <a:t>Then, we can perform operations on an object</a:t>
            </a:r>
            <a:endParaRPr lang="en-US" sz="2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 name="Content Placeholder 4"/>
          <p:cNvPicPr/>
          <p:nvPr/>
        </p:nvPicPr>
        <p:blipFill>
          <a:blip r:embed="rId2"/>
          <a:stretch/>
        </p:blipFill>
        <p:spPr>
          <a:xfrm>
            <a:off x="1764720" y="628920"/>
            <a:ext cx="8889120" cy="6156360"/>
          </a:xfrm>
          <a:prstGeom prst="rect">
            <a:avLst/>
          </a:prstGeom>
          <a:ln>
            <a:noFill/>
          </a:ln>
        </p:spPr>
      </p:pic>
      <p:sp>
        <p:nvSpPr>
          <p:cNvPr id="174" name="CustomShape 1"/>
          <p:cNvSpPr/>
          <p:nvPr/>
        </p:nvSpPr>
        <p:spPr>
          <a:xfrm>
            <a:off x="976680" y="0"/>
            <a:ext cx="10515240" cy="72000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nSpc>
                <a:spcPct val="90000"/>
              </a:lnSpc>
            </a:pPr>
            <a:r>
              <a:rPr lang="en-US" sz="4400" b="1" u="sng" strike="noStrike" spc="-1">
                <a:solidFill>
                  <a:srgbClr val="000000"/>
                </a:solidFill>
                <a:uFillTx/>
                <a:latin typeface="Trebuchet MS"/>
              </a:rPr>
              <a:t>Abstraction</a:t>
            </a:r>
            <a:endParaRPr lang="en-US" sz="44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extShape 1"/>
          <p:cNvSpPr txBox="1"/>
          <p:nvPr/>
        </p:nvSpPr>
        <p:spPr>
          <a:xfrm>
            <a:off x="677160" y="609480"/>
            <a:ext cx="8596440" cy="1320480"/>
          </a:xfrm>
          <a:prstGeom prst="rect">
            <a:avLst/>
          </a:prstGeom>
          <a:noFill/>
          <a:ln>
            <a:noFill/>
          </a:ln>
        </p:spPr>
        <p:txBody>
          <a:bodyPr/>
          <a:lstStyle/>
          <a:p>
            <a:pPr>
              <a:lnSpc>
                <a:spcPct val="100000"/>
              </a:lnSpc>
            </a:pPr>
            <a:r>
              <a:rPr lang="en-US" sz="3600" b="1" u="sng" strike="noStrike" spc="-1">
                <a:solidFill>
                  <a:srgbClr val="90C226"/>
                </a:solidFill>
                <a:uFillTx/>
                <a:latin typeface="Trebuchet MS"/>
              </a:rPr>
              <a:t>Abstraction</a:t>
            </a:r>
            <a:endParaRPr lang="en-US" sz="3600" b="0" strike="noStrike" spc="-1">
              <a:solidFill>
                <a:srgbClr val="000000"/>
              </a:solidFill>
              <a:latin typeface="Trebuchet MS"/>
            </a:endParaRPr>
          </a:p>
        </p:txBody>
      </p:sp>
      <p:sp>
        <p:nvSpPr>
          <p:cNvPr id="176" name="TextShape 2"/>
          <p:cNvSpPr txBox="1"/>
          <p:nvPr/>
        </p:nvSpPr>
        <p:spPr>
          <a:xfrm>
            <a:off x="838080" y="3186720"/>
            <a:ext cx="11187360" cy="3560400"/>
          </a:xfrm>
          <a:prstGeom prst="rect">
            <a:avLst/>
          </a:prstGeom>
          <a:noFill/>
          <a:ln>
            <a:noFill/>
          </a:ln>
        </p:spPr>
        <p:txBody>
          <a:bodyPr>
            <a:normAutofit/>
          </a:bodyPr>
          <a:lstStyle/>
          <a:p>
            <a:pPr marL="343080" indent="-342720">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Abstraction using classes:</a:t>
            </a:r>
            <a:r>
              <a:rPr lang="en-US" sz="1800" b="0" strike="noStrike" spc="-1">
                <a:solidFill>
                  <a:srgbClr val="404040"/>
                </a:solidFill>
                <a:latin typeface="Trebuchet MS"/>
              </a:rPr>
              <a:t> An abstraction can be achieved using classes. A class is used to group all the data members and member functions into a single unit by using the access specifiers. A class has the responsibility to determine which data member is to be visible outside and which is not.</a:t>
            </a:r>
          </a:p>
          <a:p>
            <a:pPr marL="343080" indent="-342720">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Abstraction in header files:</a:t>
            </a:r>
            <a:r>
              <a:rPr lang="en-US" sz="1800" b="0" strike="noStrike" spc="-1">
                <a:solidFill>
                  <a:srgbClr val="404040"/>
                </a:solidFill>
                <a:latin typeface="Trebuchet MS"/>
              </a:rPr>
              <a:t> An another type of abstraction is header file. For example, pow() function available is used to calculate the power of a number without actually knowing which algorithm function uses to calculate the power. Thus, we can say that header files hides all the implementation details from the user.</a:t>
            </a:r>
          </a:p>
          <a:p>
            <a:pPr>
              <a:lnSpc>
                <a:spcPct val="100000"/>
              </a:lnSpc>
              <a:spcBef>
                <a:spcPts val="1001"/>
              </a:spcBef>
            </a:pPr>
            <a:endParaRPr lang="en-US" sz="1800" b="0" strike="noStrike" spc="-1">
              <a:solidFill>
                <a:srgbClr val="404040"/>
              </a:solidFill>
              <a:latin typeface="Trebuchet MS"/>
            </a:endParaRPr>
          </a:p>
        </p:txBody>
      </p:sp>
      <p:pic>
        <p:nvPicPr>
          <p:cNvPr id="177" name="Picture 3"/>
          <p:cNvPicPr/>
          <p:nvPr/>
        </p:nvPicPr>
        <p:blipFill>
          <a:blip r:embed="rId2"/>
          <a:stretch/>
        </p:blipFill>
        <p:spPr>
          <a:xfrm>
            <a:off x="4088520" y="1168560"/>
            <a:ext cx="3392640" cy="186516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Shape 1"/>
          <p:cNvSpPr txBox="1"/>
          <p:nvPr/>
        </p:nvSpPr>
        <p:spPr>
          <a:xfrm>
            <a:off x="677160" y="609480"/>
            <a:ext cx="8596440" cy="1320480"/>
          </a:xfrm>
          <a:prstGeom prst="rect">
            <a:avLst/>
          </a:prstGeom>
          <a:noFill/>
          <a:ln>
            <a:noFill/>
          </a:ln>
        </p:spPr>
        <p:txBody>
          <a:bodyPr/>
          <a:lstStyle/>
          <a:p>
            <a:pPr>
              <a:lnSpc>
                <a:spcPct val="100000"/>
              </a:lnSpc>
            </a:pPr>
            <a:r>
              <a:rPr lang="en-US" sz="3600" b="1" u="sng" strike="noStrike" spc="-1">
                <a:solidFill>
                  <a:srgbClr val="90C226"/>
                </a:solidFill>
                <a:uFillTx/>
                <a:latin typeface="Trebuchet MS"/>
              </a:rPr>
              <a:t>Abstraction using header file example</a:t>
            </a:r>
            <a:endParaRPr lang="en-US" sz="3600" b="0" strike="noStrike" spc="-1">
              <a:solidFill>
                <a:srgbClr val="000000"/>
              </a:solidFill>
              <a:latin typeface="Trebuchet MS"/>
            </a:endParaRPr>
          </a:p>
        </p:txBody>
      </p:sp>
      <p:sp>
        <p:nvSpPr>
          <p:cNvPr id="179" name="TextShape 2"/>
          <p:cNvSpPr txBox="1"/>
          <p:nvPr/>
        </p:nvSpPr>
        <p:spPr>
          <a:xfrm>
            <a:off x="677160" y="2160720"/>
            <a:ext cx="8596440" cy="3880440"/>
          </a:xfrm>
          <a:prstGeom prst="rect">
            <a:avLst/>
          </a:prstGeom>
          <a:noFill/>
          <a:ln>
            <a:noFill/>
          </a:ln>
        </p:spPr>
        <p:txBody>
          <a:bodyPr>
            <a:normAutofit/>
          </a:bodyPr>
          <a:lstStyle/>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#include &lt;iostream&gt;  </a:t>
            </a:r>
          </a:p>
          <a:p>
            <a:pPr marL="343080" indent="-342720">
              <a:lnSpc>
                <a:spcPct val="100000"/>
              </a:lnSpc>
              <a:spcBef>
                <a:spcPts val="1001"/>
              </a:spcBef>
              <a:buClr>
                <a:srgbClr val="90C226"/>
              </a:buClr>
              <a:buSzPct val="80000"/>
              <a:buFont typeface="Wingdings 3" charset="2"/>
              <a:buChar char=""/>
            </a:pPr>
            <a:r>
              <a:rPr lang="en-US" sz="1800" b="1" strike="noStrike" spc="-1">
                <a:solidFill>
                  <a:srgbClr val="FF0000"/>
                </a:solidFill>
                <a:latin typeface="Trebuchet MS"/>
              </a:rPr>
              <a:t>#include&lt;math.h&gt;  </a:t>
            </a:r>
            <a:endParaRPr lang="en-US" sz="1800" b="0" strike="noStrike" spc="-1">
              <a:solidFill>
                <a:srgbClr val="404040"/>
              </a:solidFill>
              <a:latin typeface="Trebuchet MS"/>
            </a:endParaRPr>
          </a:p>
          <a:p>
            <a:pPr marL="343080" indent="-342720">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using</a:t>
            </a:r>
            <a:r>
              <a:rPr lang="en-US" sz="1800" b="0" strike="noStrike" spc="-1">
                <a:solidFill>
                  <a:srgbClr val="404040"/>
                </a:solidFill>
                <a:latin typeface="Trebuchet MS"/>
              </a:rPr>
              <a:t> </a:t>
            </a:r>
            <a:r>
              <a:rPr lang="en-US" sz="1800" b="1" strike="noStrike" spc="-1">
                <a:solidFill>
                  <a:srgbClr val="404040"/>
                </a:solidFill>
                <a:latin typeface="Trebuchet MS"/>
              </a:rPr>
              <a:t>namespace</a:t>
            </a:r>
            <a:r>
              <a:rPr lang="en-US" sz="1800" b="0" strike="noStrike" spc="-1">
                <a:solidFill>
                  <a:srgbClr val="404040"/>
                </a:solidFill>
                <a:latin typeface="Trebuchet MS"/>
              </a:rPr>
              <a:t> std;  </a:t>
            </a:r>
          </a:p>
          <a:p>
            <a:pPr marL="343080" indent="-342720">
              <a:lnSpc>
                <a:spcPct val="100000"/>
              </a:lnSpc>
              <a:spcBef>
                <a:spcPts val="1001"/>
              </a:spcBef>
              <a:buClr>
                <a:srgbClr val="90C226"/>
              </a:buClr>
              <a:buSzPct val="80000"/>
              <a:buFont typeface="Wingdings 3" charset="2"/>
              <a:buChar char=""/>
            </a:pPr>
            <a:r>
              <a:rPr lang="en-US" sz="1800" b="1" strike="noStrike" spc="-1">
                <a:solidFill>
                  <a:srgbClr val="404040"/>
                </a:solidFill>
                <a:latin typeface="Trebuchet MS"/>
              </a:rPr>
              <a:t>int</a:t>
            </a:r>
            <a:r>
              <a:rPr lang="en-US" sz="1800" b="0" strike="noStrike" spc="-1">
                <a:solidFill>
                  <a:srgbClr val="404040"/>
                </a:solidFill>
                <a:latin typeface="Trebuchet MS"/>
              </a:rPr>
              <a:t> main()  </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    </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 </a:t>
            </a:r>
            <a:r>
              <a:rPr lang="en-US" sz="1800" b="1" strike="noStrike" spc="-1">
                <a:solidFill>
                  <a:srgbClr val="404040"/>
                </a:solidFill>
                <a:latin typeface="Trebuchet MS"/>
              </a:rPr>
              <a:t>int</a:t>
            </a:r>
            <a:r>
              <a:rPr lang="en-US" sz="1800" b="0" strike="noStrike" spc="-1">
                <a:solidFill>
                  <a:srgbClr val="404040"/>
                </a:solidFill>
                <a:latin typeface="Trebuchet MS"/>
              </a:rPr>
              <a:t> n = 4;  </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   </a:t>
            </a:r>
            <a:r>
              <a:rPr lang="en-US" sz="1800" b="1" strike="noStrike" spc="-1">
                <a:solidFill>
                  <a:srgbClr val="404040"/>
                </a:solidFill>
                <a:latin typeface="Trebuchet MS"/>
              </a:rPr>
              <a:t>int</a:t>
            </a:r>
            <a:r>
              <a:rPr lang="en-US" sz="1800" b="0" strike="noStrike" spc="-1">
                <a:solidFill>
                  <a:srgbClr val="404040"/>
                </a:solidFill>
                <a:latin typeface="Trebuchet MS"/>
              </a:rPr>
              <a:t> power = 3;  </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   </a:t>
            </a:r>
            <a:r>
              <a:rPr lang="en-US" sz="1800" b="1" strike="noStrike" spc="-1">
                <a:solidFill>
                  <a:srgbClr val="404040"/>
                </a:solidFill>
                <a:latin typeface="Trebuchet MS"/>
              </a:rPr>
              <a:t>int</a:t>
            </a:r>
            <a:r>
              <a:rPr lang="en-US" sz="1800" b="0" strike="noStrike" spc="-1">
                <a:solidFill>
                  <a:srgbClr val="404040"/>
                </a:solidFill>
                <a:latin typeface="Trebuchet MS"/>
              </a:rPr>
              <a:t> result = </a:t>
            </a:r>
            <a:r>
              <a:rPr lang="en-US" sz="1800" b="1" strike="noStrike" spc="-1">
                <a:solidFill>
                  <a:srgbClr val="FF0000"/>
                </a:solidFill>
                <a:latin typeface="Trebuchet MS"/>
              </a:rPr>
              <a:t>pow(n,power);  </a:t>
            </a:r>
            <a:r>
              <a:rPr lang="en-US" sz="1800" b="0" strike="noStrike" spc="-1">
                <a:solidFill>
                  <a:srgbClr val="404040"/>
                </a:solidFill>
                <a:latin typeface="Trebuchet MS"/>
              </a:rPr>
              <a:t>       // pow(n,power) is the  power function  </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   std::cout &lt;&lt; "Cube of n is : " &lt;&lt;result&lt;&lt; std::endl;  </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   </a:t>
            </a:r>
            <a:r>
              <a:rPr lang="en-US" sz="1800" b="1" strike="noStrike" spc="-1">
                <a:solidFill>
                  <a:srgbClr val="404040"/>
                </a:solidFill>
                <a:latin typeface="Trebuchet MS"/>
              </a:rPr>
              <a:t>return</a:t>
            </a:r>
            <a:r>
              <a:rPr lang="en-US" sz="1800" b="0" strike="noStrike" spc="-1">
                <a:solidFill>
                  <a:srgbClr val="404040"/>
                </a:solidFill>
                <a:latin typeface="Trebuchet MS"/>
              </a:rPr>
              <a:t> 0;  </a:t>
            </a:r>
          </a:p>
          <a:p>
            <a:pPr marL="343080" indent="-342720">
              <a:lnSpc>
                <a:spcPct val="100000"/>
              </a:lnSpc>
              <a:spcBef>
                <a:spcPts val="1001"/>
              </a:spcBef>
              <a:buClr>
                <a:srgbClr val="90C226"/>
              </a:buClr>
              <a:buSzPct val="80000"/>
              <a:buFont typeface="Wingdings 3" charset="2"/>
              <a:buChar char=""/>
            </a:pPr>
            <a:r>
              <a:rPr lang="en-US" sz="1800" b="0" strike="noStrike" spc="-1">
                <a:solidFill>
                  <a:srgbClr val="404040"/>
                </a:solidFill>
                <a:latin typeface="Trebuchet MS"/>
              </a:rPr>
              <a:t>}  </a:t>
            </a:r>
          </a:p>
          <a:p>
            <a:pPr>
              <a:lnSpc>
                <a:spcPct val="100000"/>
              </a:lnSpc>
              <a:spcBef>
                <a:spcPts val="1001"/>
              </a:spcBef>
            </a:pPr>
            <a:endParaRPr lang="en-US" sz="1800" b="0" strike="noStrike" spc="-1">
              <a:solidFill>
                <a:srgbClr val="404040"/>
              </a:solidFill>
              <a:latin typeface="Trebuchet MS"/>
            </a:endParaRPr>
          </a:p>
        </p:txBody>
      </p:sp>
      <p:sp>
        <p:nvSpPr>
          <p:cNvPr id="180" name="CustomShape 3"/>
          <p:cNvSpPr/>
          <p:nvPr/>
        </p:nvSpPr>
        <p:spPr>
          <a:xfrm>
            <a:off x="7578360" y="1825560"/>
            <a:ext cx="4363920" cy="1736280"/>
          </a:xfrm>
          <a:prstGeom prst="rect">
            <a:avLst/>
          </a:prstGeom>
          <a:no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i="1" strike="noStrike" spc="-1">
                <a:solidFill>
                  <a:srgbClr val="333333"/>
                </a:solidFill>
                <a:latin typeface="inter-regular"/>
              </a:rPr>
              <a:t>In the example, pow() function is used to calculate 4 raised to the power 3. The pow() function is present in the math.h header file in which all the implementation details of the pow() function is hidden.</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TextShape 1"/>
          <p:cNvSpPr txBox="1"/>
          <p:nvPr/>
        </p:nvSpPr>
        <p:spPr>
          <a:xfrm>
            <a:off x="838080" y="0"/>
            <a:ext cx="10515240" cy="1325160"/>
          </a:xfrm>
          <a:prstGeom prst="rect">
            <a:avLst/>
          </a:prstGeom>
          <a:noFill/>
          <a:ln>
            <a:noFill/>
          </a:ln>
        </p:spPr>
        <p:txBody>
          <a:bodyPr/>
          <a:lstStyle/>
          <a:p>
            <a:pPr>
              <a:lnSpc>
                <a:spcPct val="100000"/>
              </a:lnSpc>
            </a:pPr>
            <a:r>
              <a:rPr lang="en-US" sz="3600" b="1" u="sng" strike="noStrike" spc="-1">
                <a:solidFill>
                  <a:srgbClr val="90C226"/>
                </a:solidFill>
                <a:uFillTx/>
                <a:latin typeface="Trebuchet MS"/>
              </a:rPr>
              <a:t>Abstraction using Class example</a:t>
            </a:r>
            <a:endParaRPr lang="en-US" sz="3600" b="0" strike="noStrike" spc="-1">
              <a:solidFill>
                <a:srgbClr val="000000"/>
              </a:solidFill>
              <a:latin typeface="Trebuchet MS"/>
            </a:endParaRPr>
          </a:p>
        </p:txBody>
      </p:sp>
      <p:sp>
        <p:nvSpPr>
          <p:cNvPr id="182" name="CustomShape 2"/>
          <p:cNvSpPr/>
          <p:nvPr/>
        </p:nvSpPr>
        <p:spPr>
          <a:xfrm>
            <a:off x="7578360" y="1825560"/>
            <a:ext cx="4363920" cy="1461240"/>
          </a:xfrm>
          <a:prstGeom prst="rect">
            <a:avLst/>
          </a:prstGeom>
          <a:no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i="1" strike="noStrike" spc="-1">
                <a:solidFill>
                  <a:srgbClr val="000000"/>
                </a:solidFill>
                <a:latin typeface="Trebuchet MS"/>
              </a:rPr>
              <a:t>In the example, abstraction is achieved using classes. A class 'Sum' contains the private members x, y and z are only accessible by the member functions of the class.</a:t>
            </a:r>
            <a:endParaRPr lang="en-US" sz="1800" b="0" strike="noStrike" spc="-1">
              <a:latin typeface="Arial"/>
            </a:endParaRPr>
          </a:p>
        </p:txBody>
      </p:sp>
      <p:sp>
        <p:nvSpPr>
          <p:cNvPr id="183" name="CustomShape 3"/>
          <p:cNvSpPr/>
          <p:nvPr/>
        </p:nvSpPr>
        <p:spPr>
          <a:xfrm>
            <a:off x="838080" y="1056240"/>
            <a:ext cx="6095520" cy="5576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indent="-216000" algn="just">
              <a:lnSpc>
                <a:spcPct val="100000"/>
              </a:lnSpc>
              <a:buClr>
                <a:srgbClr val="0000FF"/>
              </a:buClr>
              <a:buFont typeface="Trebuchet MS"/>
              <a:buAutoNum type="arabicPeriod"/>
            </a:pPr>
            <a:r>
              <a:rPr lang="en-US" sz="1800" b="0" strike="noStrike" spc="-1">
                <a:solidFill>
                  <a:srgbClr val="0000FF"/>
                </a:solidFill>
                <a:latin typeface="inter-regular"/>
              </a:rPr>
              <a:t>#include &lt;iostream&gt;  </a:t>
            </a:r>
            <a:r>
              <a:rPr lang="en-US" sz="1800" b="0" strike="noStrike" spc="-1">
                <a:solidFill>
                  <a:srgbClr val="000000"/>
                </a:solidFill>
                <a:latin typeface="inter-regular"/>
              </a:rPr>
              <a:t>  </a:t>
            </a:r>
            <a:endParaRPr lang="en-US" sz="1800" b="0" strike="noStrike" spc="-1">
              <a:latin typeface="Arial"/>
            </a:endParaRPr>
          </a:p>
          <a:p>
            <a:pPr indent="-216000" algn="just">
              <a:lnSpc>
                <a:spcPct val="100000"/>
              </a:lnSpc>
              <a:buClr>
                <a:srgbClr val="006699"/>
              </a:buClr>
              <a:buFont typeface="Trebuchet MS"/>
              <a:buAutoNum type="arabicPeriod"/>
            </a:pPr>
            <a:r>
              <a:rPr lang="en-US" sz="1800" b="1" strike="noStrike" spc="-1">
                <a:solidFill>
                  <a:srgbClr val="006699"/>
                </a:solidFill>
                <a:latin typeface="inter-regular"/>
              </a:rPr>
              <a:t>using</a:t>
            </a:r>
            <a:r>
              <a:rPr lang="en-US" sz="1800" b="0" strike="noStrike" spc="-1">
                <a:solidFill>
                  <a:srgbClr val="000000"/>
                </a:solidFill>
                <a:latin typeface="inter-regular"/>
              </a:rPr>
              <a:t> </a:t>
            </a:r>
            <a:r>
              <a:rPr lang="en-US" sz="1800" b="1" strike="noStrike" spc="-1">
                <a:solidFill>
                  <a:srgbClr val="006699"/>
                </a:solidFill>
                <a:latin typeface="inter-regular"/>
              </a:rPr>
              <a:t>namespace</a:t>
            </a:r>
            <a:r>
              <a:rPr lang="en-US" sz="1800" b="0" strike="noStrike" spc="-1">
                <a:solidFill>
                  <a:srgbClr val="000000"/>
                </a:solidFill>
                <a:latin typeface="inter-regular"/>
              </a:rPr>
              <a:t> std;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 </a:t>
            </a:r>
            <a:r>
              <a:rPr lang="en-US" sz="1800" b="1" strike="noStrike" spc="-1">
                <a:solidFill>
                  <a:srgbClr val="006699"/>
                </a:solidFill>
                <a:latin typeface="inter-regular"/>
              </a:rPr>
              <a:t>class</a:t>
            </a:r>
            <a:r>
              <a:rPr lang="en-US" sz="1800" b="0" strike="noStrike" spc="-1">
                <a:solidFill>
                  <a:srgbClr val="000000"/>
                </a:solidFill>
                <a:latin typeface="inter-regular"/>
              </a:rPr>
              <a:t> Sum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    </a:t>
            </a:r>
            <a:endParaRPr lang="en-US" sz="1800" b="0" strike="noStrike" spc="-1">
              <a:latin typeface="Arial"/>
            </a:endParaRPr>
          </a:p>
          <a:p>
            <a:pPr indent="-216000" algn="just">
              <a:lnSpc>
                <a:spcPct val="100000"/>
              </a:lnSpc>
              <a:buClr>
                <a:srgbClr val="006699"/>
              </a:buClr>
              <a:buFont typeface="Trebuchet MS"/>
              <a:buAutoNum type="arabicPeriod"/>
            </a:pPr>
            <a:r>
              <a:rPr lang="en-US" sz="1800" b="1" strike="noStrike" spc="-1">
                <a:solidFill>
                  <a:srgbClr val="006699"/>
                </a:solidFill>
                <a:latin typeface="inter-regular"/>
              </a:rPr>
              <a:t>private</a:t>
            </a:r>
            <a:r>
              <a:rPr lang="en-US" sz="1800" b="0" strike="noStrike" spc="-1">
                <a:solidFill>
                  <a:srgbClr val="000000"/>
                </a:solidFill>
                <a:latin typeface="inter-regular"/>
              </a:rPr>
              <a:t>: </a:t>
            </a:r>
            <a:r>
              <a:rPr lang="en-US" sz="1800" b="1" strike="noStrike" spc="-1">
                <a:solidFill>
                  <a:srgbClr val="2E8B57"/>
                </a:solidFill>
                <a:latin typeface="inter-regular"/>
              </a:rPr>
              <a:t>int</a:t>
            </a:r>
            <a:r>
              <a:rPr lang="en-US" sz="1800" b="0" strike="noStrike" spc="-1">
                <a:solidFill>
                  <a:srgbClr val="000000"/>
                </a:solidFill>
                <a:latin typeface="inter-regular"/>
              </a:rPr>
              <a:t> x, y, z; </a:t>
            </a:r>
            <a:r>
              <a:rPr lang="en-US" sz="1800" b="0" strike="noStrike" spc="-1">
                <a:solidFill>
                  <a:srgbClr val="008200"/>
                </a:solidFill>
                <a:latin typeface="inter-regular"/>
              </a:rPr>
              <a:t>// private variables</a:t>
            </a:r>
            <a:r>
              <a:rPr lang="en-US" sz="1800" b="0" strike="noStrike" spc="-1">
                <a:solidFill>
                  <a:srgbClr val="000000"/>
                </a:solidFill>
                <a:latin typeface="inter-regular"/>
              </a:rPr>
              <a:t>  </a:t>
            </a:r>
            <a:endParaRPr lang="en-US" sz="1800" b="0" strike="noStrike" spc="-1">
              <a:latin typeface="Arial"/>
            </a:endParaRPr>
          </a:p>
          <a:p>
            <a:pPr indent="-216000" algn="just">
              <a:lnSpc>
                <a:spcPct val="100000"/>
              </a:lnSpc>
              <a:buClr>
                <a:srgbClr val="006699"/>
              </a:buClr>
              <a:buFont typeface="Trebuchet MS"/>
              <a:buAutoNum type="arabicPeriod"/>
            </a:pPr>
            <a:r>
              <a:rPr lang="en-US" sz="1800" b="1" strike="noStrike" spc="-1">
                <a:solidFill>
                  <a:srgbClr val="006699"/>
                </a:solidFill>
                <a:latin typeface="inter-regular"/>
              </a:rPr>
              <a:t>public</a:t>
            </a:r>
            <a:r>
              <a:rPr lang="en-US" sz="1800" b="0" strike="noStrike" spc="-1">
                <a:solidFill>
                  <a:srgbClr val="000000"/>
                </a:solidFill>
                <a:latin typeface="inter-regular"/>
              </a:rPr>
              <a:t>:    </a:t>
            </a:r>
            <a:endParaRPr lang="en-US" sz="1800" b="0" strike="noStrike" spc="-1">
              <a:latin typeface="Arial"/>
            </a:endParaRPr>
          </a:p>
          <a:p>
            <a:pPr indent="-216000" algn="just">
              <a:lnSpc>
                <a:spcPct val="100000"/>
              </a:lnSpc>
              <a:buClr>
                <a:srgbClr val="006699"/>
              </a:buClr>
              <a:buFont typeface="Trebuchet MS"/>
              <a:buAutoNum type="arabicPeriod"/>
            </a:pPr>
            <a:r>
              <a:rPr lang="en-US" sz="1800" b="1" strike="noStrike" spc="-1">
                <a:solidFill>
                  <a:srgbClr val="006699"/>
                </a:solidFill>
                <a:latin typeface="inter-regular"/>
              </a:rPr>
              <a:t>void</a:t>
            </a:r>
            <a:r>
              <a:rPr lang="en-US" sz="1800" b="0" strike="noStrike" spc="-1">
                <a:solidFill>
                  <a:srgbClr val="000000"/>
                </a:solidFill>
                <a:latin typeface="inter-regular"/>
              </a:rPr>
              <a:t> add()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cout&lt;&lt;</a:t>
            </a:r>
            <a:r>
              <a:rPr lang="en-US" sz="1800" b="0" strike="noStrike" spc="-1">
                <a:solidFill>
                  <a:srgbClr val="0000FF"/>
                </a:solidFill>
                <a:latin typeface="inter-regular"/>
              </a:rPr>
              <a:t>"Enter two numbers: "</a:t>
            </a:r>
            <a:r>
              <a:rPr lang="en-US" sz="1800" b="0" strike="noStrike" spc="-1">
                <a:solidFill>
                  <a:srgbClr val="000000"/>
                </a:solidFill>
                <a:latin typeface="inter-regular"/>
              </a:rPr>
              <a:t>;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cin&gt;&gt;x&gt;&gt;y;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z= x+y;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cout&lt;&lt;</a:t>
            </a:r>
            <a:r>
              <a:rPr lang="en-US" sz="1800" b="0" strike="noStrike" spc="-1">
                <a:solidFill>
                  <a:srgbClr val="0000FF"/>
                </a:solidFill>
                <a:latin typeface="inter-regular"/>
              </a:rPr>
              <a:t>"Sum of two number is: "</a:t>
            </a:r>
            <a:r>
              <a:rPr lang="en-US" sz="1800" b="0" strike="noStrike" spc="-1">
                <a:solidFill>
                  <a:srgbClr val="000000"/>
                </a:solidFill>
                <a:latin typeface="inter-regular"/>
              </a:rPr>
              <a:t>&lt;&lt;z&lt;&lt;endl;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    </a:t>
            </a:r>
            <a:endParaRPr lang="en-US" sz="1800" b="0" strike="noStrike" spc="-1">
              <a:latin typeface="Arial"/>
            </a:endParaRPr>
          </a:p>
          <a:p>
            <a:pPr indent="-216000" algn="just">
              <a:lnSpc>
                <a:spcPct val="100000"/>
              </a:lnSpc>
              <a:buClr>
                <a:srgbClr val="2E8B57"/>
              </a:buClr>
              <a:buFont typeface="Trebuchet MS"/>
              <a:buAutoNum type="arabicPeriod"/>
            </a:pPr>
            <a:r>
              <a:rPr lang="en-US" sz="1800" b="1" strike="noStrike" spc="-1">
                <a:solidFill>
                  <a:srgbClr val="2E8B57"/>
                </a:solidFill>
                <a:latin typeface="inter-regular"/>
              </a:rPr>
              <a:t>int</a:t>
            </a:r>
            <a:r>
              <a:rPr lang="en-US" sz="1800" b="0" strike="noStrike" spc="-1">
                <a:solidFill>
                  <a:srgbClr val="000000"/>
                </a:solidFill>
                <a:latin typeface="inter-regular"/>
              </a:rPr>
              <a:t> main()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Sum sm;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sm.add();    </a:t>
            </a:r>
            <a:endParaRPr lang="en-US" sz="1800" b="0" strike="noStrike" spc="-1">
              <a:latin typeface="Arial"/>
            </a:endParaRPr>
          </a:p>
          <a:p>
            <a:pPr indent="-216000" algn="just">
              <a:lnSpc>
                <a:spcPct val="100000"/>
              </a:lnSpc>
              <a:buClr>
                <a:srgbClr val="006699"/>
              </a:buClr>
              <a:buFont typeface="Trebuchet MS"/>
              <a:buAutoNum type="arabicPeriod"/>
            </a:pPr>
            <a:r>
              <a:rPr lang="en-US" sz="1800" b="1" strike="noStrike" spc="-1">
                <a:solidFill>
                  <a:srgbClr val="006699"/>
                </a:solidFill>
                <a:latin typeface="inter-regular"/>
              </a:rPr>
              <a:t>return</a:t>
            </a:r>
            <a:r>
              <a:rPr lang="en-US" sz="1800" b="0" strike="noStrike" spc="-1">
                <a:solidFill>
                  <a:srgbClr val="000000"/>
                </a:solidFill>
                <a:latin typeface="inter-regular"/>
              </a:rPr>
              <a:t> 0;    </a:t>
            </a:r>
            <a:endParaRPr lang="en-US" sz="1800" b="0" strike="noStrike" spc="-1">
              <a:latin typeface="Arial"/>
            </a:endParaRPr>
          </a:p>
          <a:p>
            <a:pPr indent="-216000" algn="just">
              <a:lnSpc>
                <a:spcPct val="100000"/>
              </a:lnSpc>
              <a:buClr>
                <a:srgbClr val="000000"/>
              </a:buClr>
              <a:buFont typeface="Trebuchet MS"/>
              <a:buAutoNum type="arabicPeriod"/>
            </a:pPr>
            <a:r>
              <a:rPr lang="en-US" sz="1800" b="0" strike="noStrike" spc="-1">
                <a:solidFill>
                  <a:srgbClr val="000000"/>
                </a:solidFill>
                <a:latin typeface="inter-regular"/>
              </a:rPr>
              <a:t>}    </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extShape 1"/>
          <p:cNvSpPr txBox="1"/>
          <p:nvPr/>
        </p:nvSpPr>
        <p:spPr>
          <a:xfrm>
            <a:off x="838080" y="185040"/>
            <a:ext cx="10515240" cy="662400"/>
          </a:xfrm>
          <a:prstGeom prst="rect">
            <a:avLst/>
          </a:prstGeom>
          <a:noFill/>
          <a:ln>
            <a:noFill/>
          </a:ln>
        </p:spPr>
        <p:txBody>
          <a:bodyPr>
            <a:normAutofit/>
          </a:bodyPr>
          <a:lstStyle/>
          <a:p>
            <a:pPr>
              <a:lnSpc>
                <a:spcPct val="100000"/>
              </a:lnSpc>
            </a:pPr>
            <a:r>
              <a:rPr lang="en-US" sz="3600" b="0" strike="noStrike" spc="-1">
                <a:solidFill>
                  <a:srgbClr val="90C226"/>
                </a:solidFill>
                <a:latin typeface="Trebuchet MS"/>
              </a:rPr>
              <a:t>Difference between abstraction and encapsulation</a:t>
            </a:r>
            <a:endParaRPr lang="en-US" sz="3600" b="0" strike="noStrike" spc="-1">
              <a:solidFill>
                <a:srgbClr val="000000"/>
              </a:solidFill>
              <a:latin typeface="Trebuchet MS"/>
            </a:endParaRPr>
          </a:p>
        </p:txBody>
      </p:sp>
      <p:graphicFrame>
        <p:nvGraphicFramePr>
          <p:cNvPr id="185" name="Table 2"/>
          <p:cNvGraphicFramePr/>
          <p:nvPr/>
        </p:nvGraphicFramePr>
        <p:xfrm>
          <a:off x="434880" y="228600"/>
          <a:ext cx="10328400" cy="4654440"/>
        </p:xfrm>
        <a:graphic>
          <a:graphicData uri="http://schemas.openxmlformats.org/drawingml/2006/table">
            <a:tbl>
              <a:tblPr/>
              <a:tblGrid>
                <a:gridCol w="738000">
                  <a:extLst>
                    <a:ext uri="{9D8B030D-6E8A-4147-A177-3AD203B41FA5}">
                      <a16:colId xmlns:a16="http://schemas.microsoft.com/office/drawing/2014/main" val="20000"/>
                    </a:ext>
                  </a:extLst>
                </a:gridCol>
                <a:gridCol w="4732920">
                  <a:extLst>
                    <a:ext uri="{9D8B030D-6E8A-4147-A177-3AD203B41FA5}">
                      <a16:colId xmlns:a16="http://schemas.microsoft.com/office/drawing/2014/main" val="20001"/>
                    </a:ext>
                  </a:extLst>
                </a:gridCol>
                <a:gridCol w="4857480">
                  <a:extLst>
                    <a:ext uri="{9D8B030D-6E8A-4147-A177-3AD203B41FA5}">
                      <a16:colId xmlns:a16="http://schemas.microsoft.com/office/drawing/2014/main" val="20002"/>
                    </a:ext>
                  </a:extLst>
                </a:gridCol>
              </a:tblGrid>
              <a:tr h="442800">
                <a:tc>
                  <a:txBody>
                    <a:bodyPr/>
                    <a:lstStyle/>
                    <a:p>
                      <a:pPr algn="ctr">
                        <a:lnSpc>
                          <a:spcPct val="100000"/>
                        </a:lnSpc>
                      </a:pPr>
                      <a:r>
                        <a:rPr lang="en-US" sz="1800" b="0" strike="noStrike" spc="-1">
                          <a:solidFill>
                            <a:srgbClr val="000000"/>
                          </a:solidFill>
                          <a:latin typeface="Trebuchet MS"/>
                        </a:rPr>
                        <a:t>S.NO</a:t>
                      </a:r>
                      <a:endParaRPr lang="en-US" sz="1800" b="0" strike="noStrike" spc="-1">
                        <a:latin typeface="Arial"/>
                      </a:endParaRPr>
                    </a:p>
                  </a:txBody>
                  <a:tcPr marL="35280" marR="35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n-US" sz="1800" b="0" strike="noStrike" spc="-1">
                          <a:solidFill>
                            <a:srgbClr val="000000"/>
                          </a:solidFill>
                          <a:latin typeface="Trebuchet MS"/>
                        </a:rPr>
                        <a:t>Abstraction</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n-US" sz="1800" b="0" strike="noStrike" spc="-1">
                          <a:solidFill>
                            <a:srgbClr val="000000"/>
                          </a:solidFill>
                          <a:latin typeface="Trebuchet MS"/>
                        </a:rPr>
                        <a:t>Encapsulation</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779400">
                <a:tc>
                  <a:txBody>
                    <a:bodyPr/>
                    <a:lstStyle/>
                    <a:p>
                      <a:pPr>
                        <a:lnSpc>
                          <a:spcPct val="100000"/>
                        </a:lnSpc>
                      </a:pPr>
                      <a:r>
                        <a:rPr lang="en-US" sz="1800" b="0" strike="noStrike" spc="-1">
                          <a:solidFill>
                            <a:srgbClr val="000000"/>
                          </a:solidFill>
                          <a:latin typeface="Trebuchet MS"/>
                        </a:rPr>
                        <a:t>1.</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pPr>
                      <a:r>
                        <a:rPr lang="en-US" sz="1800" b="0" strike="noStrike" spc="-1">
                          <a:solidFill>
                            <a:srgbClr val="000000"/>
                          </a:solidFill>
                          <a:latin typeface="Trebuchet MS"/>
                        </a:rPr>
                        <a:t>Abstraction is the process or method of gaining the information.</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pPr>
                      <a:r>
                        <a:rPr lang="en-US" sz="1800" b="0" strike="noStrike" spc="-1">
                          <a:solidFill>
                            <a:srgbClr val="000000"/>
                          </a:solidFill>
                          <a:latin typeface="Trebuchet MS"/>
                        </a:rPr>
                        <a:t>While encapsulation is the process or method to contain the information.</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779400">
                <a:tc>
                  <a:txBody>
                    <a:bodyPr/>
                    <a:lstStyle/>
                    <a:p>
                      <a:pPr>
                        <a:lnSpc>
                          <a:spcPct val="100000"/>
                        </a:lnSpc>
                      </a:pPr>
                      <a:r>
                        <a:rPr lang="en-US" sz="1800" b="0" strike="noStrike" spc="-1">
                          <a:solidFill>
                            <a:srgbClr val="000000"/>
                          </a:solidFill>
                          <a:latin typeface="Trebuchet MS"/>
                        </a:rPr>
                        <a:t>2.</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pPr>
                      <a:r>
                        <a:rPr lang="en-US" sz="1800" b="0" strike="noStrike" spc="-1">
                          <a:solidFill>
                            <a:srgbClr val="000000"/>
                          </a:solidFill>
                          <a:latin typeface="Trebuchet MS"/>
                        </a:rPr>
                        <a:t>In abstraction, problems are solved at the design or interface level.</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pPr>
                      <a:r>
                        <a:rPr lang="en-US" sz="1800" b="0" strike="noStrike" spc="-1">
                          <a:solidFill>
                            <a:srgbClr val="000000"/>
                          </a:solidFill>
                          <a:latin typeface="Trebuchet MS"/>
                        </a:rPr>
                        <a:t>While in encapsulation, problems are solved at the implementation level.</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1310040">
                <a:tc>
                  <a:txBody>
                    <a:bodyPr/>
                    <a:lstStyle/>
                    <a:p>
                      <a:pPr>
                        <a:lnSpc>
                          <a:spcPct val="100000"/>
                        </a:lnSpc>
                      </a:pPr>
                      <a:r>
                        <a:rPr lang="en-US" sz="1800" b="0" strike="noStrike" spc="-1">
                          <a:solidFill>
                            <a:srgbClr val="000000"/>
                          </a:solidFill>
                          <a:latin typeface="Trebuchet MS"/>
                        </a:rPr>
                        <a:t>3.</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pPr>
                      <a:r>
                        <a:rPr lang="en-US" sz="1800" b="0" strike="noStrike" spc="-1">
                          <a:solidFill>
                            <a:srgbClr val="000000"/>
                          </a:solidFill>
                          <a:latin typeface="Trebuchet MS"/>
                        </a:rPr>
                        <a:t>Abstraction is the method of hiding the unwanted information.</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pPr>
                      <a:r>
                        <a:rPr lang="en-US" sz="1800" b="0" strike="noStrike" spc="-1">
                          <a:solidFill>
                            <a:srgbClr val="000000"/>
                          </a:solidFill>
                          <a:latin typeface="Trebuchet MS"/>
                        </a:rPr>
                        <a:t>Whereas encapsulation is a method to hide the data in a single entity or unit along with a method to protect information from outside.</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r h="1044720">
                <a:tc>
                  <a:txBody>
                    <a:bodyPr/>
                    <a:lstStyle/>
                    <a:p>
                      <a:pPr>
                        <a:lnSpc>
                          <a:spcPct val="100000"/>
                        </a:lnSpc>
                      </a:pPr>
                      <a:r>
                        <a:rPr lang="en-US" sz="1800" b="0" strike="noStrike" spc="-1">
                          <a:solidFill>
                            <a:srgbClr val="000000"/>
                          </a:solidFill>
                          <a:latin typeface="Trebuchet MS"/>
                        </a:rPr>
                        <a:t>4.</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pPr>
                      <a:r>
                        <a:rPr lang="en-US" sz="1800" b="0" strike="noStrike" spc="-1">
                          <a:solidFill>
                            <a:srgbClr val="000000"/>
                          </a:solidFill>
                          <a:latin typeface="Trebuchet MS"/>
                        </a:rPr>
                        <a:t>We can implement abstraction using class and abstract interfaces.</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pPr>
                      <a:r>
                        <a:rPr lang="en-US" sz="1800" b="0" strike="noStrike" spc="-1">
                          <a:solidFill>
                            <a:srgbClr val="000000"/>
                          </a:solidFill>
                          <a:latin typeface="Trebuchet MS"/>
                        </a:rPr>
                        <a:t>Whereas encapsulation can be implemented using by access modifier i.e. private, protected and public.</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4"/>
                  </a:ext>
                </a:extLst>
              </a:tr>
              <a:tr h="1044720">
                <a:tc>
                  <a:txBody>
                    <a:bodyPr/>
                    <a:lstStyle/>
                    <a:p>
                      <a:pPr>
                        <a:lnSpc>
                          <a:spcPct val="100000"/>
                        </a:lnSpc>
                      </a:pPr>
                      <a:r>
                        <a:rPr lang="en-US" sz="1800" b="0" strike="noStrike" spc="-1">
                          <a:solidFill>
                            <a:srgbClr val="000000"/>
                          </a:solidFill>
                          <a:latin typeface="Trebuchet MS"/>
                        </a:rPr>
                        <a:t>5.</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pPr>
                      <a:r>
                        <a:rPr lang="en-US" sz="1800" b="0" strike="noStrike" spc="-1">
                          <a:solidFill>
                            <a:srgbClr val="000000"/>
                          </a:solidFill>
                          <a:latin typeface="Trebuchet MS"/>
                        </a:rPr>
                        <a:t>In abstraction, implementation complexities are hidden using classes and interfaces.</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pPr>
                      <a:r>
                        <a:rPr lang="en-US" sz="1800" b="0" strike="noStrike" spc="-1">
                          <a:solidFill>
                            <a:srgbClr val="000000"/>
                          </a:solidFill>
                          <a:latin typeface="Trebuchet MS"/>
                        </a:rPr>
                        <a:t>While in encapsulation, the data is hidden using methods of getters and setters.</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5"/>
                  </a:ext>
                </a:extLst>
              </a:tr>
              <a:tr h="779400">
                <a:tc>
                  <a:txBody>
                    <a:bodyPr/>
                    <a:lstStyle/>
                    <a:p>
                      <a:pPr>
                        <a:lnSpc>
                          <a:spcPct val="100000"/>
                        </a:lnSpc>
                      </a:pPr>
                      <a:r>
                        <a:rPr lang="en-US" sz="1800" b="0" strike="noStrike" spc="-1">
                          <a:solidFill>
                            <a:srgbClr val="000000"/>
                          </a:solidFill>
                          <a:latin typeface="Trebuchet MS"/>
                        </a:rPr>
                        <a:t>6.</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pPr>
                      <a:r>
                        <a:rPr lang="en-US" sz="1800" b="0" strike="noStrike" spc="-1">
                          <a:solidFill>
                            <a:srgbClr val="000000"/>
                          </a:solidFill>
                          <a:latin typeface="Trebuchet MS"/>
                        </a:rPr>
                        <a:t>The objects that help to perform abstraction are encapsulated.</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pPr>
                      <a:r>
                        <a:rPr lang="en-US" sz="1800" b="0" strike="noStrike" spc="-1">
                          <a:solidFill>
                            <a:srgbClr val="000000"/>
                          </a:solidFill>
                          <a:latin typeface="Trebuchet MS"/>
                        </a:rPr>
                        <a:t>Whereas the objects that result in encapsulation need not be abstracted.</a:t>
                      </a:r>
                      <a:endParaRPr lang="en-US" sz="1800" b="0" strike="noStrike" spc="-1">
                        <a:latin typeface="Arial"/>
                      </a:endParaRPr>
                    </a:p>
                  </a:txBody>
                  <a:tcPr marL="88560" marR="8856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TextShape 1"/>
          <p:cNvSpPr txBox="1"/>
          <p:nvPr/>
        </p:nvSpPr>
        <p:spPr>
          <a:xfrm>
            <a:off x="677160" y="609480"/>
            <a:ext cx="8596440" cy="1320480"/>
          </a:xfrm>
          <a:prstGeom prst="rect">
            <a:avLst/>
          </a:prstGeom>
          <a:noFill/>
          <a:ln>
            <a:noFill/>
          </a:ln>
        </p:spPr>
        <p:txBody>
          <a:bodyPr/>
          <a:lstStyle/>
          <a:p>
            <a:pPr>
              <a:lnSpc>
                <a:spcPct val="100000"/>
              </a:lnSpc>
            </a:pPr>
            <a:r>
              <a:rPr lang="en-US" sz="3600" b="0" strike="noStrike" spc="-1">
                <a:solidFill>
                  <a:srgbClr val="90C226"/>
                </a:solidFill>
                <a:latin typeface="Trebuchet MS"/>
              </a:rPr>
              <a:t>Thank you!!!</a:t>
            </a:r>
            <a:endParaRPr lang="en-US" sz="3600" b="0" strike="noStrike" spc="-1">
              <a:solidFill>
                <a:srgbClr val="000000"/>
              </a:solidFill>
              <a:latin typeface="Trebuchet MS"/>
            </a:endParaRPr>
          </a:p>
        </p:txBody>
      </p:sp>
      <p:sp>
        <p:nvSpPr>
          <p:cNvPr id="187" name="TextShape 2"/>
          <p:cNvSpPr txBox="1"/>
          <p:nvPr/>
        </p:nvSpPr>
        <p:spPr>
          <a:xfrm>
            <a:off x="677160" y="2160720"/>
            <a:ext cx="8596440" cy="3880440"/>
          </a:xfrm>
          <a:prstGeom prst="rect">
            <a:avLst/>
          </a:prstGeom>
          <a:noFill/>
          <a:ln>
            <a:noFill/>
          </a:ln>
        </p:spPr>
        <p:txBody>
          <a:bodyPr/>
          <a:lstStyle/>
          <a:p>
            <a:endParaRPr lang="en-US" sz="1800" b="0" strike="noStrike" spc="-1">
              <a:solidFill>
                <a:srgbClr val="404040"/>
              </a:solidFill>
              <a:latin typeface="Trebuchet MS"/>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115</TotalTime>
  <Words>2275</Words>
  <Application>Microsoft Office PowerPoint</Application>
  <PresentationFormat>Widescreen</PresentationFormat>
  <Paragraphs>235</Paragraphs>
  <Slides>26</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26</vt:i4>
      </vt:variant>
    </vt:vector>
  </HeadingPairs>
  <TitlesOfParts>
    <vt:vector size="37" baseType="lpstr">
      <vt:lpstr>Arial</vt:lpstr>
      <vt:lpstr>Consolas</vt:lpstr>
      <vt:lpstr>inter-regular</vt:lpstr>
      <vt:lpstr>Nunito</vt:lpstr>
      <vt:lpstr>Symbol</vt:lpstr>
      <vt:lpstr>Times New Roman</vt:lpstr>
      <vt:lpstr>Trebuchet MS</vt:lpstr>
      <vt:lpstr>Wingdings</vt:lpstr>
      <vt:lpstr>Wingdings 3</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Encapsulation &amp; Abstraction</dc:title>
  <dc:subject/>
  <dc:creator>Shovan</dc:creator>
  <dc:description/>
  <cp:lastModifiedBy>Hasan Abdullah</cp:lastModifiedBy>
  <cp:revision>17</cp:revision>
  <dcterms:created xsi:type="dcterms:W3CDTF">2023-07-26T19:52:39Z</dcterms:created>
  <dcterms:modified xsi:type="dcterms:W3CDTF">2024-10-28T04:13:16Z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26</vt:i4>
  </property>
</Properties>
</file>