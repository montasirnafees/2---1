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63" r:id="rId2"/>
    <p:sldId id="264" r:id="rId3"/>
    <p:sldId id="272" r:id="rId4"/>
    <p:sldId id="273" r:id="rId5"/>
    <p:sldId id="274" r:id="rId6"/>
    <p:sldId id="275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11 </a:t>
            </a:r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(Singularity)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285E83-B085-4358-BBDD-E05E6FEBE29C}"/>
              </a:ext>
            </a:extLst>
          </p:cNvPr>
          <p:cNvSpPr/>
          <p:nvPr/>
        </p:nvSpPr>
        <p:spPr>
          <a:xfrm>
            <a:off x="4714875" y="200025"/>
            <a:ext cx="314325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SINGULARITY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0287B031-C450-4F53-B79F-7810FFF68812}"/>
              </a:ext>
            </a:extLst>
          </p:cNvPr>
          <p:cNvSpPr/>
          <p:nvPr/>
        </p:nvSpPr>
        <p:spPr>
          <a:xfrm>
            <a:off x="0" y="2085975"/>
            <a:ext cx="1752600" cy="10001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18B9A-4FE7-4C73-A4BB-88EF72D4C7D9}"/>
              </a:ext>
            </a:extLst>
          </p:cNvPr>
          <p:cNvSpPr txBox="1"/>
          <p:nvPr/>
        </p:nvSpPr>
        <p:spPr>
          <a:xfrm>
            <a:off x="2524538" y="1066799"/>
            <a:ext cx="7364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point at which a function f(z) fails to be analytic.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B5AADC-ECF6-4E5A-A3E7-71AC7422C0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" t="69130" b="7315"/>
          <a:stretch/>
        </p:blipFill>
        <p:spPr>
          <a:xfrm>
            <a:off x="2087217" y="2278407"/>
            <a:ext cx="7802218" cy="351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46B23-9E5C-47DE-9320-96AD4322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CDE9A-4514-4A6A-A20F-41DAF6A6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6E60C-D71A-49FF-846C-D1701825BA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" t="5208" r="1988" b="86387"/>
          <a:stretch/>
        </p:blipFill>
        <p:spPr>
          <a:xfrm>
            <a:off x="181008" y="136525"/>
            <a:ext cx="8277192" cy="12748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8806F-B86D-4859-BA91-D3EE763870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 r="1920" b="61449"/>
          <a:stretch/>
        </p:blipFill>
        <p:spPr>
          <a:xfrm>
            <a:off x="0" y="1689652"/>
            <a:ext cx="8505792" cy="37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45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98D19-E057-42AA-A5F6-B9C11FB9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6BD3F-D691-429F-B380-89B78567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58071C-442A-40A8-A4D6-99D53943C0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1" r="2178" b="34203"/>
          <a:stretch/>
        </p:blipFill>
        <p:spPr>
          <a:xfrm>
            <a:off x="-1" y="0"/>
            <a:ext cx="8189844" cy="3945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526B80-6DD8-4808-B7FE-04FA6B1F0B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8" r="2693" b="26377"/>
          <a:stretch/>
        </p:blipFill>
        <p:spPr>
          <a:xfrm>
            <a:off x="53008" y="4470262"/>
            <a:ext cx="8366645" cy="132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78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64743-F60D-4E98-8C9A-C4A207C9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E18D1-89A2-498B-B18E-E8BE8B16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69E82-4718-4A7D-8E07-A2E14AC311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44" r="2435" b="7314"/>
          <a:stretch/>
        </p:blipFill>
        <p:spPr>
          <a:xfrm>
            <a:off x="1" y="-38100"/>
            <a:ext cx="8010526" cy="2763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EC93D8-4338-4CAE-BD0C-A320942FCE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" t="11389" r="6737" b="47084"/>
          <a:stretch/>
        </p:blipFill>
        <p:spPr>
          <a:xfrm>
            <a:off x="333374" y="2847974"/>
            <a:ext cx="801052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27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AE30-CDF3-4703-B831-E2791EB6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3B86E-35F6-43EC-ABDE-32A66636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5FB9E2-9295-44CD-863A-75ACFB236D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2" t="62778" b="5833"/>
          <a:stretch/>
        </p:blipFill>
        <p:spPr>
          <a:xfrm>
            <a:off x="104774" y="276225"/>
            <a:ext cx="92297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5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D3466E-CA0B-4B97-8ACC-1F4F8491CD5B}"/>
              </a:ext>
            </a:extLst>
          </p:cNvPr>
          <p:cNvSpPr txBox="1"/>
          <p:nvPr/>
        </p:nvSpPr>
        <p:spPr>
          <a:xfrm>
            <a:off x="161925" y="186809"/>
            <a:ext cx="174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EX-1: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170228B-69FE-44B1-B53A-536385254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776851"/>
              </p:ext>
            </p:extLst>
          </p:nvPr>
        </p:nvGraphicFramePr>
        <p:xfrm>
          <a:off x="838200" y="-19050"/>
          <a:ext cx="7639050" cy="882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3" imgW="3733560" imgH="444240" progId="Equation.DSMT4">
                  <p:embed/>
                </p:oleObj>
              </mc:Choice>
              <mc:Fallback>
                <p:oleObj name="Equation" r:id="rId3" imgW="3733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-19050"/>
                        <a:ext cx="7639050" cy="882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EFA6B9D-2518-4E0C-B618-6227BAFD5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876661"/>
              </p:ext>
            </p:extLst>
          </p:nvPr>
        </p:nvGraphicFramePr>
        <p:xfrm>
          <a:off x="282576" y="863344"/>
          <a:ext cx="9309099" cy="5375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5" imgW="3949560" imgH="2654280" progId="Equation.DSMT4">
                  <p:embed/>
                </p:oleObj>
              </mc:Choice>
              <mc:Fallback>
                <p:oleObj name="Equation" r:id="rId5" imgW="3949560" imgH="2654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576" y="863344"/>
                        <a:ext cx="9309099" cy="5375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89A3F42-C304-47EF-9CE2-E72CC4EE4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701403"/>
              </p:ext>
            </p:extLst>
          </p:nvPr>
        </p:nvGraphicFramePr>
        <p:xfrm>
          <a:off x="190500" y="136525"/>
          <a:ext cx="5715000" cy="394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Equation" r:id="rId3" imgW="2247840" imgH="1917360" progId="Equation.DSMT4">
                  <p:embed/>
                </p:oleObj>
              </mc:Choice>
              <mc:Fallback>
                <p:oleObj name="Equation" r:id="rId3" imgW="2247840" imgH="1917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00" y="136525"/>
                        <a:ext cx="5715000" cy="394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E3E406E-96B7-4344-BDE3-E3B0B7DF2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139034"/>
              </p:ext>
            </p:extLst>
          </p:nvPr>
        </p:nvGraphicFramePr>
        <p:xfrm>
          <a:off x="727075" y="4268787"/>
          <a:ext cx="95313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Equation" r:id="rId5" imgW="5270400" imgH="444240" progId="Equation.DSMT4">
                  <p:embed/>
                </p:oleObj>
              </mc:Choice>
              <mc:Fallback>
                <p:oleObj name="Equation" r:id="rId5" imgW="5270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7075" y="4268787"/>
                        <a:ext cx="953135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2E26B3-DD70-4EC1-9967-92617926F956}"/>
              </a:ext>
            </a:extLst>
          </p:cNvPr>
          <p:cNvSpPr txBox="1"/>
          <p:nvPr/>
        </p:nvSpPr>
        <p:spPr>
          <a:xfrm>
            <a:off x="76200" y="4524375"/>
            <a:ext cx="65087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Ex-2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9A4D4C9-9FD3-4742-934A-37953084C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164133"/>
              </p:ext>
            </p:extLst>
          </p:nvPr>
        </p:nvGraphicFramePr>
        <p:xfrm>
          <a:off x="190500" y="5287961"/>
          <a:ext cx="41910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Equation" r:id="rId7" imgW="2489040" imgH="634680" progId="Equation.DSMT4">
                  <p:embed/>
                </p:oleObj>
              </mc:Choice>
              <mc:Fallback>
                <p:oleObj name="Equation" r:id="rId7" imgW="248904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500" y="5287961"/>
                        <a:ext cx="4191000" cy="1141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4C81A56-C1F2-4C2A-B557-9408F9630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469399"/>
              </p:ext>
            </p:extLst>
          </p:nvPr>
        </p:nvGraphicFramePr>
        <p:xfrm>
          <a:off x="406400" y="258762"/>
          <a:ext cx="7156450" cy="563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3" imgW="3174840" imgH="2616120" progId="Equation.DSMT4">
                  <p:embed/>
                </p:oleObj>
              </mc:Choice>
              <mc:Fallback>
                <p:oleObj name="Equation" r:id="rId3" imgW="3174840" imgH="2616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400" y="258762"/>
                        <a:ext cx="7156450" cy="563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7BEC9-1838-46AE-BD90-B39A60BE2DEE}"/>
              </a:ext>
            </a:extLst>
          </p:cNvPr>
          <p:cNvSpPr txBox="1"/>
          <p:nvPr/>
        </p:nvSpPr>
        <p:spPr>
          <a:xfrm>
            <a:off x="-76199" y="639777"/>
            <a:ext cx="65087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Ex-3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71506A1-1E61-4A2D-B43F-5DACBB815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523943"/>
              </p:ext>
            </p:extLst>
          </p:nvPr>
        </p:nvGraphicFramePr>
        <p:xfrm>
          <a:off x="574676" y="3205"/>
          <a:ext cx="6330950" cy="127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3" imgW="2730240" imgH="622080" progId="Equation.DSMT4">
                  <p:embed/>
                </p:oleObj>
              </mc:Choice>
              <mc:Fallback>
                <p:oleObj name="Equation" r:id="rId3" imgW="273024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4676" y="3205"/>
                        <a:ext cx="6330950" cy="1273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7E9DD41-D667-4946-A9DC-5A910E7B92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130301"/>
              </p:ext>
            </p:extLst>
          </p:nvPr>
        </p:nvGraphicFramePr>
        <p:xfrm>
          <a:off x="152399" y="1433513"/>
          <a:ext cx="10220325" cy="5105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5" imgW="4838400" imgH="2184120" progId="Equation.DSMT4">
                  <p:embed/>
                </p:oleObj>
              </mc:Choice>
              <mc:Fallback>
                <p:oleObj name="Equation" r:id="rId5" imgW="4838400" imgH="218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399" y="1433513"/>
                        <a:ext cx="10220325" cy="5105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E2837-4187-407E-925B-657C12AE15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12745"/>
              </p:ext>
            </p:extLst>
          </p:nvPr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2767D01-808D-4770-B485-58A0B4793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563446"/>
              </p:ext>
            </p:extLst>
          </p:nvPr>
        </p:nvGraphicFramePr>
        <p:xfrm>
          <a:off x="0" y="0"/>
          <a:ext cx="88392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2" name="Equation" r:id="rId5" imgW="4114800" imgH="1485720" progId="Equation.DSMT4">
                  <p:embed/>
                </p:oleObj>
              </mc:Choice>
              <mc:Fallback>
                <p:oleObj name="Equation" r:id="rId5" imgW="4114800" imgH="1485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8839200" cy="297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D8194B-5807-4A84-B4F1-4C37F95B152B}"/>
              </a:ext>
            </a:extLst>
          </p:cNvPr>
          <p:cNvSpPr txBox="1"/>
          <p:nvPr/>
        </p:nvSpPr>
        <p:spPr>
          <a:xfrm>
            <a:off x="-85724" y="3228945"/>
            <a:ext cx="65087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Ex-4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74F71F2-7147-4920-90DB-93C85200F9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550547"/>
              </p:ext>
            </p:extLst>
          </p:nvPr>
        </p:nvGraphicFramePr>
        <p:xfrm>
          <a:off x="549275" y="3024188"/>
          <a:ext cx="7740650" cy="809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3" name="Equation" r:id="rId7" imgW="3657600" imgH="393480" progId="Equation.DSMT4">
                  <p:embed/>
                </p:oleObj>
              </mc:Choice>
              <mc:Fallback>
                <p:oleObj name="Equation" r:id="rId7" imgW="3657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9275" y="3024188"/>
                        <a:ext cx="7740650" cy="809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CD91F1D-30CC-4BCB-99D8-4731C7B1B2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675934"/>
              </p:ext>
            </p:extLst>
          </p:nvPr>
        </p:nvGraphicFramePr>
        <p:xfrm>
          <a:off x="1809749" y="3833812"/>
          <a:ext cx="6200775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4" name="Equation" r:id="rId9" imgW="3009600" imgH="1714320" progId="Equation.DSMT4">
                  <p:embed/>
                </p:oleObj>
              </mc:Choice>
              <mc:Fallback>
                <p:oleObj name="Equation" r:id="rId9" imgW="3009600" imgH="1714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09749" y="3833812"/>
                        <a:ext cx="6200775" cy="302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E7EE0CE-8F84-4B10-A24F-BC4EDC6D9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674107"/>
              </p:ext>
            </p:extLst>
          </p:nvPr>
        </p:nvGraphicFramePr>
        <p:xfrm>
          <a:off x="530225" y="0"/>
          <a:ext cx="80089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Equation" r:id="rId3" imgW="3784320" imgH="444240" progId="Equation.DSMT4">
                  <p:embed/>
                </p:oleObj>
              </mc:Choice>
              <mc:Fallback>
                <p:oleObj name="Equation" r:id="rId3" imgW="3784320" imgH="4442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74F71F2-7147-4920-90DB-93C85200F9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225" y="0"/>
                        <a:ext cx="8008938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7A9A4F8-5F9B-40F4-B36B-8648A099F787}"/>
              </a:ext>
            </a:extLst>
          </p:cNvPr>
          <p:cNvSpPr txBox="1"/>
          <p:nvPr/>
        </p:nvSpPr>
        <p:spPr>
          <a:xfrm>
            <a:off x="-76200" y="257145"/>
            <a:ext cx="65087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Ex-5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792D6A0-BC92-409A-8004-499688B218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156140"/>
              </p:ext>
            </p:extLst>
          </p:nvPr>
        </p:nvGraphicFramePr>
        <p:xfrm>
          <a:off x="38099" y="1331913"/>
          <a:ext cx="8963025" cy="515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Equation" r:id="rId5" imgW="4343400" imgH="2450880" progId="Equation.DSMT4">
                  <p:embed/>
                </p:oleObj>
              </mc:Choice>
              <mc:Fallback>
                <p:oleObj name="Equation" r:id="rId5" imgW="4343400" imgH="245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099" y="1331913"/>
                        <a:ext cx="8963025" cy="5154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CE3DA-060C-423A-85EE-AAD56E06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BD74F-D74A-437E-8F72-AEDBD4AD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D09C1DF-00F9-4C31-8191-E2C1C928FD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025478"/>
              </p:ext>
            </p:extLst>
          </p:nvPr>
        </p:nvGraphicFramePr>
        <p:xfrm>
          <a:off x="168274" y="365124"/>
          <a:ext cx="9575801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3" imgW="4025880" imgH="2425680" progId="Equation.DSMT4">
                  <p:embed/>
                </p:oleObj>
              </mc:Choice>
              <mc:Fallback>
                <p:oleObj name="Equation" r:id="rId3" imgW="4025880" imgH="2425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274" y="365124"/>
                        <a:ext cx="9575801" cy="508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4625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5260</TotalTime>
  <Words>93</Words>
  <Application>Microsoft Office PowerPoint</Application>
  <PresentationFormat>Widescreen</PresentationFormat>
  <Paragraphs>41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338</cp:revision>
  <dcterms:created xsi:type="dcterms:W3CDTF">2024-04-27T09:17:32Z</dcterms:created>
  <dcterms:modified xsi:type="dcterms:W3CDTF">2026-01-10T23:49:24Z</dcterms:modified>
</cp:coreProperties>
</file>