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7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7" r:id="rId14"/>
    <p:sldId id="275" r:id="rId15"/>
    <p:sldId id="276" r:id="rId16"/>
    <p:sldId id="278" r:id="rId17"/>
    <p:sldId id="279" r:id="rId18"/>
    <p:sldId id="280" r:id="rId19"/>
    <p:sldId id="282" r:id="rId20"/>
    <p:sldId id="283" r:id="rId21"/>
    <p:sldId id="284" r:id="rId22"/>
    <p:sldId id="285" r:id="rId23"/>
    <p:sldId id="286" r:id="rId24"/>
    <p:sldId id="287" r:id="rId25"/>
    <p:sldId id="288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3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37.wmf"/><Relationship Id="rId2" Type="http://schemas.openxmlformats.org/officeDocument/2006/relationships/image" Target="../media/image36.wmf"/><Relationship Id="rId1" Type="http://schemas.openxmlformats.org/officeDocument/2006/relationships/image" Target="../media/image35.wmf"/><Relationship Id="rId4" Type="http://schemas.openxmlformats.org/officeDocument/2006/relationships/image" Target="../media/image3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12/21/2025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12/21/2025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12/21/2025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12/21/2025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12/21/2025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8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9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2.bin"/><Relationship Id="rId10" Type="http://schemas.openxmlformats.org/officeDocument/2006/relationships/image" Target="../media/image16.png"/><Relationship Id="rId4" Type="http://schemas.openxmlformats.org/officeDocument/2006/relationships/image" Target="../media/image12.wmf"/><Relationship Id="rId9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9.jpg"/><Relationship Id="rId4" Type="http://schemas.openxmlformats.org/officeDocument/2006/relationships/image" Target="../media/image18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5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4" Type="http://schemas.openxmlformats.org/officeDocument/2006/relationships/image" Target="../media/image26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7.wmf"/><Relationship Id="rId4" Type="http://schemas.openxmlformats.org/officeDocument/2006/relationships/oleObject" Target="../embeddings/oleObject17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9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33.wmf"/><Relationship Id="rId4" Type="http://schemas.openxmlformats.org/officeDocument/2006/relationships/oleObject" Target="../embeddings/oleObject19.bin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6.wmf"/><Relationship Id="rId5" Type="http://schemas.openxmlformats.org/officeDocument/2006/relationships/oleObject" Target="../embeddings/oleObject21.bin"/><Relationship Id="rId10" Type="http://schemas.openxmlformats.org/officeDocument/2006/relationships/image" Target="../media/image38.wmf"/><Relationship Id="rId4" Type="http://schemas.openxmlformats.org/officeDocument/2006/relationships/image" Target="../media/image35.wmf"/><Relationship Id="rId9" Type="http://schemas.openxmlformats.org/officeDocument/2006/relationships/oleObject" Target="../embeddings/oleObject2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7,8 (</a:t>
            </a:r>
            <a:r>
              <a:rPr lang="en-US" sz="33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Line Integral)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9EDF84-8318-49CA-A5C1-E75CE698DA1A}"/>
              </a:ext>
            </a:extLst>
          </p:cNvPr>
          <p:cNvSpPr/>
          <p:nvPr/>
        </p:nvSpPr>
        <p:spPr>
          <a:xfrm>
            <a:off x="4912069" y="39720"/>
            <a:ext cx="2412656" cy="522256"/>
          </a:xfrm>
          <a:prstGeom prst="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Tw Cen MT Condensed Extra Bold" panose="020B0803020202020204" pitchFamily="34" charset="0"/>
                <a:cs typeface="Times New Roman" panose="02020603050405020304" pitchFamily="18" charset="0"/>
              </a:rPr>
              <a:t>Line Integral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63D6695-2569-4E95-955A-7A3C591480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262791"/>
              </p:ext>
            </p:extLst>
          </p:nvPr>
        </p:nvGraphicFramePr>
        <p:xfrm>
          <a:off x="488951" y="561976"/>
          <a:ext cx="9248775" cy="1895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8" name="Equation" r:id="rId3" imgW="3949560" imgH="1104840" progId="Equation.DSMT4">
                  <p:embed/>
                </p:oleObj>
              </mc:Choice>
              <mc:Fallback>
                <p:oleObj name="Equation" r:id="rId3" imgW="3949560" imgH="1104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88951" y="561976"/>
                        <a:ext cx="9248775" cy="1895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2731F260-A382-454A-AB76-633F942A51A4}"/>
              </a:ext>
            </a:extLst>
          </p:cNvPr>
          <p:cNvSpPr/>
          <p:nvPr/>
        </p:nvSpPr>
        <p:spPr>
          <a:xfrm>
            <a:off x="265112" y="2957513"/>
            <a:ext cx="1611313" cy="5238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017D3DB6-AEBA-4A8A-8D0E-050B53F830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4340290"/>
              </p:ext>
            </p:extLst>
          </p:nvPr>
        </p:nvGraphicFramePr>
        <p:xfrm>
          <a:off x="488951" y="3436939"/>
          <a:ext cx="6815131" cy="291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89" name="Equation" r:id="rId5" imgW="3797280" imgH="1638000" progId="Equation.DSMT4">
                  <p:embed/>
                </p:oleObj>
              </mc:Choice>
              <mc:Fallback>
                <p:oleObj name="Equation" r:id="rId5" imgW="3797280" imgH="1638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88951" y="3436939"/>
                        <a:ext cx="6815131" cy="29194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2BEC6E2-CB1D-4756-831C-17079A6CB518}"/>
              </a:ext>
            </a:extLst>
          </p:cNvPr>
          <p:cNvCxnSpPr/>
          <p:nvPr/>
        </p:nvCxnSpPr>
        <p:spPr>
          <a:xfrm>
            <a:off x="7396162" y="3392488"/>
            <a:ext cx="0" cy="33289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5F52058E-254B-4524-AB72-117881F67B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7280442"/>
              </p:ext>
            </p:extLst>
          </p:nvPr>
        </p:nvGraphicFramePr>
        <p:xfrm>
          <a:off x="7712076" y="3219450"/>
          <a:ext cx="3051174" cy="3638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90" name="Equation" r:id="rId7" imgW="1295280" imgH="2323800" progId="Equation.DSMT4">
                  <p:embed/>
                </p:oleObj>
              </mc:Choice>
              <mc:Fallback>
                <p:oleObj name="Equation" r:id="rId7" imgW="1295280" imgH="232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7712076" y="3219450"/>
                        <a:ext cx="3051174" cy="36385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98420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F5485A1-130A-4B8B-9DD3-34A4DA758929}"/>
              </a:ext>
            </a:extLst>
          </p:cNvPr>
          <p:cNvSpPr/>
          <p:nvPr/>
        </p:nvSpPr>
        <p:spPr>
          <a:xfrm>
            <a:off x="32543" y="0"/>
            <a:ext cx="1611313" cy="5238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88F1B4D3-CDEB-47CA-A2F7-48EE3E8B1E3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42617"/>
              </p:ext>
            </p:extLst>
          </p:nvPr>
        </p:nvGraphicFramePr>
        <p:xfrm>
          <a:off x="1891506" y="1"/>
          <a:ext cx="6233319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8" name="Equation" r:id="rId3" imgW="2730240" imgH="3860640" progId="Equation.DSMT4">
                  <p:embed/>
                </p:oleObj>
              </mc:Choice>
              <mc:Fallback>
                <p:oleObj name="Equation" r:id="rId3" imgW="2730240" imgH="3860640" progId="Equation.DSMT4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017D3DB6-AEBA-4A8A-8D0E-050B53F830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891506" y="1"/>
                        <a:ext cx="6233319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65133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657C4F-0587-4053-83B0-C19816158BF1}"/>
              </a:ext>
            </a:extLst>
          </p:cNvPr>
          <p:cNvSpPr/>
          <p:nvPr/>
        </p:nvSpPr>
        <p:spPr>
          <a:xfrm>
            <a:off x="32543" y="-19050"/>
            <a:ext cx="1611313" cy="5238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0300E23-DEB3-449B-830D-81CC75834DF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059460"/>
              </p:ext>
            </p:extLst>
          </p:nvPr>
        </p:nvGraphicFramePr>
        <p:xfrm>
          <a:off x="1727199" y="1"/>
          <a:ext cx="10340976" cy="2713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2" name="Equation" r:id="rId3" imgW="5155920" imgH="1206360" progId="Equation.DSMT4">
                  <p:embed/>
                </p:oleObj>
              </mc:Choice>
              <mc:Fallback>
                <p:oleObj name="Equation" r:id="rId3" imgW="515592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7199" y="1"/>
                        <a:ext cx="10340976" cy="27130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363CAC91-E17D-4BBF-A227-9CB7FB1968AA}"/>
              </a:ext>
            </a:extLst>
          </p:cNvPr>
          <p:cNvSpPr/>
          <p:nvPr/>
        </p:nvSpPr>
        <p:spPr>
          <a:xfrm>
            <a:off x="0" y="2713038"/>
            <a:ext cx="2447925" cy="103822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DO YOURSELF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0C6D4257-A107-4003-A310-5026ADCC08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8918735"/>
              </p:ext>
            </p:extLst>
          </p:nvPr>
        </p:nvGraphicFramePr>
        <p:xfrm>
          <a:off x="647701" y="3751263"/>
          <a:ext cx="9277350" cy="277256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63" name="Equation" r:id="rId5" imgW="4140000" imgH="1307880" progId="Equation.DSMT4">
                  <p:embed/>
                </p:oleObj>
              </mc:Choice>
              <mc:Fallback>
                <p:oleObj name="Equation" r:id="rId5" imgW="4140000" imgH="1307880" progId="Equation.DSMT4">
                  <p:embed/>
                  <p:pic>
                    <p:nvPicPr>
                      <p:cNvPr id="2" name="Object 1">
                        <a:extLst>
                          <a:ext uri="{FF2B5EF4-FFF2-40B4-BE49-F238E27FC236}">
                            <a16:creationId xmlns:a16="http://schemas.microsoft.com/office/drawing/2014/main" id="{F63D6695-2569-4E95-955A-7A3C591480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647701" y="3751263"/>
                        <a:ext cx="9277350" cy="277256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7606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CC7DF58-7DCE-4055-B563-E3790CB370C5}"/>
              </a:ext>
            </a:extLst>
          </p:cNvPr>
          <p:cNvSpPr/>
          <p:nvPr/>
        </p:nvSpPr>
        <p:spPr>
          <a:xfrm>
            <a:off x="32543" y="-19050"/>
            <a:ext cx="1611313" cy="5238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5FF60DC-A0A0-4CF9-9437-3935295A11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4951367"/>
              </p:ext>
            </p:extLst>
          </p:nvPr>
        </p:nvGraphicFramePr>
        <p:xfrm>
          <a:off x="2005013" y="0"/>
          <a:ext cx="7148512" cy="671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41" name="Equation" r:id="rId3" imgW="3085920" imgH="4495680" progId="Equation.DSMT4">
                  <p:embed/>
                </p:oleObj>
              </mc:Choice>
              <mc:Fallback>
                <p:oleObj name="Equation" r:id="rId3" imgW="3085920" imgH="4495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05013" y="0"/>
                        <a:ext cx="7148512" cy="6718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21165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44A0DF-7697-41C8-8EEB-B0220CB37276}"/>
              </a:ext>
            </a:extLst>
          </p:cNvPr>
          <p:cNvSpPr/>
          <p:nvPr/>
        </p:nvSpPr>
        <p:spPr>
          <a:xfrm>
            <a:off x="32543" y="-38100"/>
            <a:ext cx="1611313" cy="5238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453B3346-3FFB-4033-9F91-9AB9C4CE1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55041116"/>
              </p:ext>
            </p:extLst>
          </p:nvPr>
        </p:nvGraphicFramePr>
        <p:xfrm>
          <a:off x="1727200" y="242887"/>
          <a:ext cx="6540500" cy="64008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3" imgW="3022560" imgH="3403440" progId="Equation.DSMT4">
                  <p:embed/>
                </p:oleObj>
              </mc:Choice>
              <mc:Fallback>
                <p:oleObj name="Equation" r:id="rId3" imgW="3022560" imgH="3403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27200" y="242887"/>
                        <a:ext cx="6540500" cy="640080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79277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6DA6E4D7-C628-4D99-957C-4BA11582AE7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815140"/>
              </p:ext>
            </p:extLst>
          </p:nvPr>
        </p:nvGraphicFramePr>
        <p:xfrm>
          <a:off x="20638" y="82550"/>
          <a:ext cx="7599362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1" name="Equation" r:id="rId3" imgW="3377880" imgH="1002960" progId="Equation.DSMT4">
                  <p:embed/>
                </p:oleObj>
              </mc:Choice>
              <mc:Fallback>
                <p:oleObj name="Equation" r:id="rId3" imgW="3377880" imgH="1002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638" y="82550"/>
                        <a:ext cx="7599362" cy="1993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096F3332-A887-4FC9-BAAC-A8A337C26278}"/>
              </a:ext>
            </a:extLst>
          </p:cNvPr>
          <p:cNvSpPr/>
          <p:nvPr/>
        </p:nvSpPr>
        <p:spPr>
          <a:xfrm>
            <a:off x="0" y="2019299"/>
            <a:ext cx="1611313" cy="5238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5FEBA05B-DCCE-4888-A3F1-90A850A581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7967967"/>
              </p:ext>
            </p:extLst>
          </p:nvPr>
        </p:nvGraphicFramePr>
        <p:xfrm>
          <a:off x="496888" y="2281237"/>
          <a:ext cx="11857037" cy="4576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name="Equation" r:id="rId5" imgW="4762440" imgH="2031840" progId="Equation.DSMT4">
                  <p:embed/>
                </p:oleObj>
              </mc:Choice>
              <mc:Fallback>
                <p:oleObj name="Equation" r:id="rId5" imgW="4762440" imgH="2031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96888" y="2281237"/>
                        <a:ext cx="11857037" cy="45767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7040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B124D-6EB7-4EE2-AFB8-51F944368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2310F5-5912-4725-ABCF-9DCEEEA0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D829AA3-1B05-414D-93E7-475BC733E90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0068594"/>
              </p:ext>
            </p:extLst>
          </p:nvPr>
        </p:nvGraphicFramePr>
        <p:xfrm>
          <a:off x="0" y="0"/>
          <a:ext cx="323850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3" name="Equation" r:id="rId3" imgW="876240" imgH="190440" progId="Equation.DSMT4">
                  <p:embed/>
                </p:oleObj>
              </mc:Choice>
              <mc:Fallback>
                <p:oleObj name="Equation" r:id="rId3" imgW="876240" imgH="19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0"/>
                        <a:ext cx="3238500" cy="4730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8DBB560-22D8-4FB2-9E57-5A3D622F82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6187211"/>
              </p:ext>
            </p:extLst>
          </p:nvPr>
        </p:nvGraphicFramePr>
        <p:xfrm>
          <a:off x="4114800" y="2209800"/>
          <a:ext cx="914400" cy="18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4" name="Equation" r:id="rId5" imgW="914400" imgH="181440" progId="Equation.DSMT4">
                  <p:embed/>
                </p:oleObj>
              </mc:Choice>
              <mc:Fallback>
                <p:oleObj name="Equation" r:id="rId5" imgW="914400" imgH="181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114800" y="2209800"/>
                        <a:ext cx="914400" cy="180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7F104999-564D-4C0D-99EE-55A9235F73F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1176210"/>
              </p:ext>
            </p:extLst>
          </p:nvPr>
        </p:nvGraphicFramePr>
        <p:xfrm>
          <a:off x="165100" y="622299"/>
          <a:ext cx="1635125" cy="365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85" name="Equation" r:id="rId7" imgW="672840" imgH="177480" progId="Equation.DSMT4">
                  <p:embed/>
                </p:oleObj>
              </mc:Choice>
              <mc:Fallback>
                <p:oleObj name="Equation" r:id="rId7" imgW="6728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65100" y="622299"/>
                        <a:ext cx="1635125" cy="365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033C086C-F122-4370-AA4B-81A294A4A0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87500" y="520699"/>
            <a:ext cx="10439400" cy="93345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53F2838-1073-4C6C-BECC-15AAB53AD9C9}"/>
              </a:ext>
            </a:extLst>
          </p:cNvPr>
          <p:cNvSpPr/>
          <p:nvPr/>
        </p:nvSpPr>
        <p:spPr>
          <a:xfrm>
            <a:off x="32543" y="1536699"/>
            <a:ext cx="1611313" cy="5238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 Black" panose="020B0A04020102020204" pitchFamily="34" charset="0"/>
              </a:rPr>
              <a:t>Solution: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F2A90A5-29FD-4C39-B177-E3028B32FCC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2543" y="2246313"/>
            <a:ext cx="11782425" cy="1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1533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020DB-4B17-4F72-BE67-AE242C9A8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E92C9-8430-4B56-B6B0-D275F74FD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6743F1F-E3F2-4A4D-8797-A1D9F49B0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" y="290512"/>
            <a:ext cx="11925300" cy="576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0513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7E61-E855-4166-8D57-F59792169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D0128-9D87-4BF1-B023-EE0C2184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10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75D8889-0953-4B5A-972E-53DD6879DBD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265592"/>
              </p:ext>
            </p:extLst>
          </p:nvPr>
        </p:nvGraphicFramePr>
        <p:xfrm>
          <a:off x="257175" y="330201"/>
          <a:ext cx="131445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25" name="Equation" r:id="rId3" imgW="672840" imgH="177480" progId="Equation.DSMT4">
                  <p:embed/>
                </p:oleObj>
              </mc:Choice>
              <mc:Fallback>
                <p:oleObj name="Equation" r:id="rId3" imgW="6728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57175" y="330201"/>
                        <a:ext cx="1314450" cy="38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BBDFC293-4833-4072-9F36-C4B582E864F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944" b="43611"/>
          <a:stretch/>
        </p:blipFill>
        <p:spPr>
          <a:xfrm>
            <a:off x="1466850" y="136525"/>
            <a:ext cx="10267950" cy="21494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CD3393AC-5CEA-42F1-8FF9-81A0F074638C}"/>
              </a:ext>
            </a:extLst>
          </p:cNvPr>
          <p:cNvSpPr/>
          <p:nvPr/>
        </p:nvSpPr>
        <p:spPr>
          <a:xfrm>
            <a:off x="2209800" y="504825"/>
            <a:ext cx="2181225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A03B00-474A-4D9D-84D0-7FC8A182E89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971" b="6389"/>
          <a:stretch/>
        </p:blipFill>
        <p:spPr>
          <a:xfrm>
            <a:off x="257175" y="2479677"/>
            <a:ext cx="10267950" cy="4140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7807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7B6B35-4DBA-4FAD-9BA8-3D2B893AB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B5FC5-DD01-45C0-A4EE-F87F6FDD5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202B38-F1CA-412F-B6C6-CF03D87C0CF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4" t="7778" b="45416"/>
          <a:stretch/>
        </p:blipFill>
        <p:spPr>
          <a:xfrm>
            <a:off x="66675" y="1"/>
            <a:ext cx="1022984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47358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CF23-04FE-4F19-B214-6560E683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EF72E-FE16-47D2-9BBB-42E0C121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12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F1E6BD6-4CE1-4FAB-8A7D-E5304D7A1FB3}"/>
              </a:ext>
            </a:extLst>
          </p:cNvPr>
          <p:cNvSpPr/>
          <p:nvPr/>
        </p:nvSpPr>
        <p:spPr>
          <a:xfrm>
            <a:off x="0" y="136525"/>
            <a:ext cx="2447925" cy="1038225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</a:rPr>
              <a:t>DO YOURSELF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9395B8-75D4-49A1-A86C-F364FB93CA2F}"/>
              </a:ext>
            </a:extLst>
          </p:cNvPr>
          <p:cNvSpPr txBox="1"/>
          <p:nvPr/>
        </p:nvSpPr>
        <p:spPr>
          <a:xfrm>
            <a:off x="2514601" y="405754"/>
            <a:ext cx="1676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5: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688DCF-5DFE-446D-992B-7655B6DE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6" y="887113"/>
            <a:ext cx="9591674" cy="59878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B170866-3B1A-4838-9CA0-3B5DC831938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" t="12926" b="31806"/>
          <a:stretch/>
        </p:blipFill>
        <p:spPr>
          <a:xfrm>
            <a:off x="2225898" y="1485900"/>
            <a:ext cx="8632602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248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CCF23-04FE-4F19-B214-6560E683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9EF72E-FE16-47D2-9BBB-42E0C1211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1127B7D-7FFA-491B-A8C0-76ACF9D5050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" t="69028" b="7315"/>
          <a:stretch/>
        </p:blipFill>
        <p:spPr>
          <a:xfrm>
            <a:off x="0" y="0"/>
            <a:ext cx="11353800" cy="2882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FEB384-FD73-42BE-8DA5-23C99FDD053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73" b="55555"/>
          <a:stretch/>
        </p:blipFill>
        <p:spPr>
          <a:xfrm>
            <a:off x="319819" y="2762250"/>
            <a:ext cx="8747981" cy="409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6300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BABCB9-F5AA-48B2-8B6C-86D67BBD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838D06-17CD-4475-BA7E-6781EEEA7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98B1C0F-A205-4DBA-A78D-C129FB92B40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083" b="3333"/>
          <a:stretch/>
        </p:blipFill>
        <p:spPr>
          <a:xfrm>
            <a:off x="0" y="0"/>
            <a:ext cx="8153400" cy="4905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63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789541-ED36-4201-A5B8-AB12504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20A054-9CD6-4F8F-AA7B-CAB3A767C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15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E4731DE-E1F5-453C-80F7-BFD660F0F9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699" y="153687"/>
            <a:ext cx="11163301" cy="82738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E860D5F-BFBF-4837-A080-B27D137197F9}"/>
              </a:ext>
            </a:extLst>
          </p:cNvPr>
          <p:cNvSpPr/>
          <p:nvPr/>
        </p:nvSpPr>
        <p:spPr>
          <a:xfrm>
            <a:off x="87313" y="153687"/>
            <a:ext cx="1338263" cy="3651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6:</a:t>
            </a:r>
          </a:p>
        </p:txBody>
      </p:sp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F36E96B4-8305-45E6-B9C8-A2073D6C8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3536243"/>
              </p:ext>
            </p:extLst>
          </p:nvPr>
        </p:nvGraphicFramePr>
        <p:xfrm>
          <a:off x="87313" y="1143000"/>
          <a:ext cx="8988425" cy="557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9" name="Equation" r:id="rId4" imgW="2717640" imgH="2260440" progId="Equation.DSMT4">
                  <p:embed/>
                </p:oleObj>
              </mc:Choice>
              <mc:Fallback>
                <p:oleObj name="Equation" r:id="rId4" imgW="2717640" imgH="22604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7313" y="1143000"/>
                        <a:ext cx="8988425" cy="5578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42606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265F9-1A63-42F4-AD61-BB0C93EE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3BE82-D28C-4C1D-B0A9-6DD408970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16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41FD5300-2D06-4D0B-8692-0BF501F737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340531"/>
              </p:ext>
            </p:extLst>
          </p:nvPr>
        </p:nvGraphicFramePr>
        <p:xfrm>
          <a:off x="111125" y="-19050"/>
          <a:ext cx="9099550" cy="687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0" name="Equation" r:id="rId3" imgW="2997000" imgH="2412720" progId="Equation.DSMT4">
                  <p:embed/>
                </p:oleObj>
              </mc:Choice>
              <mc:Fallback>
                <p:oleObj name="Equation" r:id="rId3" imgW="2997000" imgH="2412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1125" y="-19050"/>
                        <a:ext cx="9099550" cy="68770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168918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956BB-C1BA-4839-9445-C015F474C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D9298B-42E3-4B51-AEC3-30AE977F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BAF8992-6889-4FCB-B761-BD5C06BF5212}"/>
              </a:ext>
            </a:extLst>
          </p:cNvPr>
          <p:cNvSpPr/>
          <p:nvPr/>
        </p:nvSpPr>
        <p:spPr>
          <a:xfrm>
            <a:off x="48419" y="0"/>
            <a:ext cx="1579562" cy="72261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7: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0A0FF4-0B87-47A5-BAE9-454BA0C06D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722614"/>
            <a:ext cx="11915775" cy="925212"/>
          </a:xfrm>
          <a:prstGeom prst="rect">
            <a:avLst/>
          </a:prstGeom>
        </p:spPr>
      </p:pic>
      <p:graphicFrame>
        <p:nvGraphicFramePr>
          <p:cNvPr id="8" name="Object 7">
            <a:extLst>
              <a:ext uri="{FF2B5EF4-FFF2-40B4-BE49-F238E27FC236}">
                <a16:creationId xmlns:a16="http://schemas.microsoft.com/office/drawing/2014/main" id="{E2924D86-AFC9-4B18-9584-3E3FCF0935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1567022"/>
              </p:ext>
            </p:extLst>
          </p:nvPr>
        </p:nvGraphicFramePr>
        <p:xfrm>
          <a:off x="627063" y="2111374"/>
          <a:ext cx="4297362" cy="424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9" name="Equation" r:id="rId4" imgW="1104840" imgH="1726920" progId="Equation.DSMT4">
                  <p:embed/>
                </p:oleObj>
              </mc:Choice>
              <mc:Fallback>
                <p:oleObj name="Equation" r:id="rId4" imgW="1104840" imgH="17269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27063" y="2111374"/>
                        <a:ext cx="4297362" cy="424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190190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C924A-EC91-424C-BBA4-B46B595EF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AAF013-F4E3-4A20-8D22-3308008EB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252950C1-0D4F-4E56-B9D1-AAFFB6FEC7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7281282"/>
              </p:ext>
            </p:extLst>
          </p:nvPr>
        </p:nvGraphicFramePr>
        <p:xfrm>
          <a:off x="371474" y="136524"/>
          <a:ext cx="8505825" cy="57689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02" name="Equation" r:id="rId3" imgW="3504960" imgH="2070000" progId="Equation.DSMT4">
                  <p:embed/>
                </p:oleObj>
              </mc:Choice>
              <mc:Fallback>
                <p:oleObj name="Equation" r:id="rId3" imgW="3504960" imgH="2070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71474" y="136524"/>
                        <a:ext cx="8505825" cy="57689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23116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883B7-473F-450B-8B16-0AC9F337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1255D-7607-450A-B310-B6616CC3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19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F6CC33-8F07-4C86-9D35-72B3A04C15F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833" b="42917"/>
          <a:stretch/>
        </p:blipFill>
        <p:spPr>
          <a:xfrm>
            <a:off x="0" y="409575"/>
            <a:ext cx="10029825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0140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883B7-473F-450B-8B16-0AC9F337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1255D-7607-450A-B310-B6616CC3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DB69CE-E503-4DE7-9B07-553D646DF6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500"/>
          <a:stretch/>
        </p:blipFill>
        <p:spPr>
          <a:xfrm>
            <a:off x="457566" y="136524"/>
            <a:ext cx="9191259" cy="382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3206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883B7-473F-450B-8B16-0AC9F337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1255D-7607-450A-B310-B6616CC3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5F32C9-C8CF-4E45-BA69-7692464781C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b="33889"/>
          <a:stretch/>
        </p:blipFill>
        <p:spPr>
          <a:xfrm>
            <a:off x="205615" y="136525"/>
            <a:ext cx="10433809" cy="658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1043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883B7-473F-450B-8B16-0AC9F3375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C1255D-7607-450A-B310-B6616CC3A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EC8408-9C74-4A8A-AC18-3285818403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7"/>
          <a:stretch/>
        </p:blipFill>
        <p:spPr>
          <a:xfrm>
            <a:off x="22984" y="136525"/>
            <a:ext cx="9997316" cy="326707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8C5322-8D38-40C5-A4F0-B420DCF4D62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66" b="73473"/>
          <a:stretch/>
        </p:blipFill>
        <p:spPr>
          <a:xfrm>
            <a:off x="22984" y="3267075"/>
            <a:ext cx="11397108" cy="3540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982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39A1F-36A5-4EEC-9619-8E4D5E6F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B5139-2AC2-4863-B24C-95D32558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424606-DAE1-46E2-8B17-C8DD4C3DEC9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250"/>
          <a:stretch/>
        </p:blipFill>
        <p:spPr>
          <a:xfrm>
            <a:off x="47625" y="136524"/>
            <a:ext cx="9410700" cy="672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5384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39A1F-36A5-4EEC-9619-8E4D5E6F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B5139-2AC2-4863-B24C-95D32558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24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D9911C-8753-4981-8E2F-CFD033AB174D}"/>
              </a:ext>
            </a:extLst>
          </p:cNvPr>
          <p:cNvSpPr/>
          <p:nvPr/>
        </p:nvSpPr>
        <p:spPr>
          <a:xfrm>
            <a:off x="0" y="0"/>
            <a:ext cx="1724025" cy="72261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8: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1DA26AC-E90D-4051-9E0B-2B7773B009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1625" y="98425"/>
            <a:ext cx="10401300" cy="51623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040C1522-68D5-442F-BF8E-59EBD0920E99}"/>
              </a:ext>
            </a:extLst>
          </p:cNvPr>
          <p:cNvSpPr/>
          <p:nvPr/>
        </p:nvSpPr>
        <p:spPr>
          <a:xfrm>
            <a:off x="5267325" y="116531"/>
            <a:ext cx="400050" cy="48354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721D89C6-1002-4B74-9739-F64FFF079F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6758399"/>
              </p:ext>
            </p:extLst>
          </p:nvPr>
        </p:nvGraphicFramePr>
        <p:xfrm>
          <a:off x="127000" y="614662"/>
          <a:ext cx="5540375" cy="62433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1" name="Equation" r:id="rId4" imgW="2108160" imgH="3009600" progId="Equation.DSMT4">
                  <p:embed/>
                </p:oleObj>
              </mc:Choice>
              <mc:Fallback>
                <p:oleObj name="Equation" r:id="rId4" imgW="2108160" imgH="3009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27000" y="614662"/>
                        <a:ext cx="5540375" cy="62433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500405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39A1F-36A5-4EEC-9619-8E4D5E6F9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12/21/2025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B5139-2AC2-4863-B24C-95D32558C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25</a:t>
            </a:fld>
            <a:endParaRPr lang="en-US"/>
          </a:p>
        </p:txBody>
      </p:sp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F0305F05-6A20-4FEA-A5AD-C20A79BE389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098392"/>
              </p:ext>
            </p:extLst>
          </p:nvPr>
        </p:nvGraphicFramePr>
        <p:xfrm>
          <a:off x="244474" y="28376"/>
          <a:ext cx="8401051" cy="305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4" name="Equation" r:id="rId3" imgW="2806560" imgH="1206360" progId="Equation.DSMT4">
                  <p:embed/>
                </p:oleObj>
              </mc:Choice>
              <mc:Fallback>
                <p:oleObj name="Equation" r:id="rId3" imgW="2806560" imgH="1206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4474" y="28376"/>
                        <a:ext cx="8401051" cy="3057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31859DD-A431-4854-8C33-1641682D9BAC}"/>
              </a:ext>
            </a:extLst>
          </p:cNvPr>
          <p:cNvCxnSpPr/>
          <p:nvPr/>
        </p:nvCxnSpPr>
        <p:spPr>
          <a:xfrm>
            <a:off x="1714500" y="3209925"/>
            <a:ext cx="0" cy="1066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1493472-4003-4853-9335-2860B0132BA8}"/>
              </a:ext>
            </a:extLst>
          </p:cNvPr>
          <p:cNvCxnSpPr/>
          <p:nvPr/>
        </p:nvCxnSpPr>
        <p:spPr>
          <a:xfrm>
            <a:off x="4914900" y="3095625"/>
            <a:ext cx="0" cy="11811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787C040-9531-43EC-B177-45CA58A07A6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8698191"/>
              </p:ext>
            </p:extLst>
          </p:nvPr>
        </p:nvGraphicFramePr>
        <p:xfrm>
          <a:off x="1377950" y="4361657"/>
          <a:ext cx="673100" cy="322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5" name="Equation" r:id="rId5" imgW="279360" imgH="139680" progId="Equation.DSMT4">
                  <p:embed/>
                </p:oleObj>
              </mc:Choice>
              <mc:Fallback>
                <p:oleObj name="Equation" r:id="rId5" imgW="27936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377950" y="4361657"/>
                        <a:ext cx="673100" cy="322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EFF5A400-3BBA-4234-91FD-438F596208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74193716"/>
              </p:ext>
            </p:extLst>
          </p:nvPr>
        </p:nvGraphicFramePr>
        <p:xfrm>
          <a:off x="4210049" y="4240609"/>
          <a:ext cx="1076323" cy="7119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6" name="Equation" r:id="rId7" imgW="228600" imgH="355320" progId="Equation.DSMT4">
                  <p:embed/>
                </p:oleObj>
              </mc:Choice>
              <mc:Fallback>
                <p:oleObj name="Equation" r:id="rId7" imgW="228600" imgH="355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210049" y="4240609"/>
                        <a:ext cx="1076323" cy="71199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9A95FD34-E88D-4256-937D-39808B9B9D33}"/>
              </a:ext>
            </a:extLst>
          </p:cNvPr>
          <p:cNvSpPr txBox="1"/>
          <p:nvPr/>
        </p:nvSpPr>
        <p:spPr>
          <a:xfrm>
            <a:off x="5619750" y="4411939"/>
            <a:ext cx="32861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(After integration)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2DF1EFAB-5B74-4850-B4DC-17DEEFE18E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01369372"/>
              </p:ext>
            </p:extLst>
          </p:nvPr>
        </p:nvGraphicFramePr>
        <p:xfrm>
          <a:off x="793751" y="5164931"/>
          <a:ext cx="7302499" cy="1246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7" name="Equation" r:id="rId9" imgW="2679480" imgH="520560" progId="Equation.DSMT4">
                  <p:embed/>
                </p:oleObj>
              </mc:Choice>
              <mc:Fallback>
                <p:oleObj name="Equation" r:id="rId9" imgW="2679480" imgH="520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793751" y="5164931"/>
                        <a:ext cx="7302499" cy="12461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63383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5547</TotalTime>
  <Words>131</Words>
  <Application>Microsoft Office PowerPoint</Application>
  <PresentationFormat>Widescreen</PresentationFormat>
  <Paragraphs>72</Paragraphs>
  <Slides>25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</vt:lpstr>
      <vt:lpstr>Arial Black</vt:lpstr>
      <vt:lpstr>Calibri</vt:lpstr>
      <vt:lpstr>Calibri Light</vt:lpstr>
      <vt:lpstr>Sitka Banner</vt:lpstr>
      <vt:lpstr>Times New Roman</vt:lpstr>
      <vt:lpstr>Tw Cen MT Condensed Extra Bold</vt:lpstr>
      <vt:lpstr>Office Theme</vt:lpstr>
      <vt:lpstr>MathType 7.0 Equation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365</cp:revision>
  <dcterms:created xsi:type="dcterms:W3CDTF">2024-04-27T09:17:32Z</dcterms:created>
  <dcterms:modified xsi:type="dcterms:W3CDTF">2025-12-21T01:15:48Z</dcterms:modified>
</cp:coreProperties>
</file>