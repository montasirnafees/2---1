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63" r:id="rId2"/>
    <p:sldId id="275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4.jpeg"/><Relationship Id="rId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8.jpeg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5.jpeg"/><Relationship Id="rId4" Type="http://schemas.openxmlformats.org/officeDocument/2006/relationships/image" Target="../media/image2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7.bin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7.wmf"/><Relationship Id="rId9" Type="http://schemas.openxmlformats.org/officeDocument/2006/relationships/image" Target="../media/image2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9 (Cauchy’s Integral Formula 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0CFA4-FD05-414E-A052-3D70E554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E30B0-D6BB-4CD3-B17F-8F293C6B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29C024-47E2-485A-B2AA-CA9DF8337508}"/>
              </a:ext>
            </a:extLst>
          </p:cNvPr>
          <p:cNvSpPr/>
          <p:nvPr/>
        </p:nvSpPr>
        <p:spPr>
          <a:xfrm>
            <a:off x="133349" y="117475"/>
            <a:ext cx="2743199" cy="50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Arial Rounded MT Bold" panose="020F0704030504030204" pitchFamily="34" charset="0"/>
              </a:rPr>
              <a:t>Cauchy’s Theorem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F63DC-A922-4517-973D-D11481AB9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662" y="136525"/>
            <a:ext cx="7305675" cy="14763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EE10C5-AE75-4873-A747-51804B3B2ED7}"/>
              </a:ext>
            </a:extLst>
          </p:cNvPr>
          <p:cNvSpPr/>
          <p:nvPr/>
        </p:nvSpPr>
        <p:spPr>
          <a:xfrm>
            <a:off x="161920" y="1612901"/>
            <a:ext cx="3233741" cy="652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Arial Rounded MT Bold" panose="020F0704030504030204" pitchFamily="34" charset="0"/>
              </a:rPr>
              <a:t>Cauchy’s Integral  Formula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BCBE56-977B-4F1D-B287-1A0F2F837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5376"/>
            <a:ext cx="9401175" cy="3230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383526-8DC4-492B-9AEF-795602C2E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175" y="2580487"/>
            <a:ext cx="27432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125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82AFB0-7E9C-42E5-9FE4-7C693233AB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82793"/>
              </p:ext>
            </p:extLst>
          </p:nvPr>
        </p:nvGraphicFramePr>
        <p:xfrm>
          <a:off x="53975" y="-52388"/>
          <a:ext cx="11885613" cy="1377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Equation" r:id="rId3" imgW="5016240" imgH="571320" progId="Equation.DSMT4">
                  <p:embed/>
                </p:oleObj>
              </mc:Choice>
              <mc:Fallback>
                <p:oleObj name="Equation" r:id="rId3" imgW="501624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75" y="-52388"/>
                        <a:ext cx="11885613" cy="1377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2DD9422-D21B-4C4A-810E-1172BFFD0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540460"/>
              </p:ext>
            </p:extLst>
          </p:nvPr>
        </p:nvGraphicFramePr>
        <p:xfrm>
          <a:off x="69850" y="1392239"/>
          <a:ext cx="11001375" cy="506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Equation" r:id="rId5" imgW="4914720" imgH="2222280" progId="Equation.DSMT4">
                  <p:embed/>
                </p:oleObj>
              </mc:Choice>
              <mc:Fallback>
                <p:oleObj name="Equation" r:id="rId5" imgW="4914720" imgH="222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850" y="1392239"/>
                        <a:ext cx="11001375" cy="5065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DE72949-5D47-430F-A6D4-8E67CD407F9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22" r="5811" b="4283"/>
          <a:stretch/>
        </p:blipFill>
        <p:spPr>
          <a:xfrm>
            <a:off x="8610600" y="1285875"/>
            <a:ext cx="298664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1A5BF15-0813-4CDC-9AE2-5F75540156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828578"/>
              </p:ext>
            </p:extLst>
          </p:nvPr>
        </p:nvGraphicFramePr>
        <p:xfrm>
          <a:off x="125413" y="136525"/>
          <a:ext cx="9132887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Equation" r:id="rId3" imgW="3238200" imgH="622080" progId="Equation.DSMT4">
                  <p:embed/>
                </p:oleObj>
              </mc:Choice>
              <mc:Fallback>
                <p:oleObj name="Equation" r:id="rId3" imgW="323820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413" y="136525"/>
                        <a:ext cx="9132887" cy="138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81E0F3F-F045-466A-909B-6961DA4C6A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270711"/>
              </p:ext>
            </p:extLst>
          </p:nvPr>
        </p:nvGraphicFramePr>
        <p:xfrm>
          <a:off x="123825" y="1733551"/>
          <a:ext cx="8334375" cy="4987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" name="Equation" r:id="rId5" imgW="2908080" imgH="2133360" progId="Equation.DSMT4">
                  <p:embed/>
                </p:oleObj>
              </mc:Choice>
              <mc:Fallback>
                <p:oleObj name="Equation" r:id="rId5" imgW="2908080" imgH="2133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825" y="1733551"/>
                        <a:ext cx="8334375" cy="49879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9519BDC-1BD4-4409-BD3F-93CB311ED90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4" t="6110" r="11609" b="4445"/>
          <a:stretch/>
        </p:blipFill>
        <p:spPr>
          <a:xfrm>
            <a:off x="9686925" y="587375"/>
            <a:ext cx="2505075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1BAE716-50BC-4D38-8D42-3BC9A83D4F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2541"/>
              </p:ext>
            </p:extLst>
          </p:nvPr>
        </p:nvGraphicFramePr>
        <p:xfrm>
          <a:off x="415925" y="136524"/>
          <a:ext cx="6242050" cy="3635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Equation" r:id="rId3" imgW="2349360" imgH="1485720" progId="Equation.DSMT4">
                  <p:embed/>
                </p:oleObj>
              </mc:Choice>
              <mc:Fallback>
                <p:oleObj name="Equation" r:id="rId3" imgW="2349360" imgH="1485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925" y="136524"/>
                        <a:ext cx="6242050" cy="3635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BF01DF0-217B-4FE5-B0D2-5CBD21ED56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907643"/>
              </p:ext>
            </p:extLst>
          </p:nvPr>
        </p:nvGraphicFramePr>
        <p:xfrm>
          <a:off x="73024" y="3875087"/>
          <a:ext cx="11071225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Equation" r:id="rId5" imgW="3593880" imgH="507960" progId="Equation.DSMT4">
                  <p:embed/>
                </p:oleObj>
              </mc:Choice>
              <mc:Fallback>
                <p:oleObj name="Equation" r:id="rId5" imgW="35938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024" y="3875087"/>
                        <a:ext cx="11071225" cy="1287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DDA0260-A34F-42DE-9D28-E1362AEC45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926399"/>
              </p:ext>
            </p:extLst>
          </p:nvPr>
        </p:nvGraphicFramePr>
        <p:xfrm>
          <a:off x="79375" y="80963"/>
          <a:ext cx="6988175" cy="669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Equation" r:id="rId3" imgW="3098520" imgH="3403440" progId="Equation.DSMT4">
                  <p:embed/>
                </p:oleObj>
              </mc:Choice>
              <mc:Fallback>
                <p:oleObj name="Equation" r:id="rId3" imgW="3098520" imgH="3403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375" y="80963"/>
                        <a:ext cx="6988175" cy="669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E29095F-A17C-4A55-8E1F-045EC39F3D8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3" t="38334" r="20772" b="21666"/>
          <a:stretch/>
        </p:blipFill>
        <p:spPr>
          <a:xfrm>
            <a:off x="9001124" y="136525"/>
            <a:ext cx="302895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F51568A-6513-46AA-96A5-F972B3D002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97234"/>
              </p:ext>
            </p:extLst>
          </p:nvPr>
        </p:nvGraphicFramePr>
        <p:xfrm>
          <a:off x="92076" y="117475"/>
          <a:ext cx="10185400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Equation" r:id="rId3" imgW="3835080" imgH="596880" progId="Equation.DSMT4">
                  <p:embed/>
                </p:oleObj>
              </mc:Choice>
              <mc:Fallback>
                <p:oleObj name="Equation" r:id="rId3" imgW="3835080" imgH="5968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1A5BF15-0813-4CDC-9AE2-5F75540156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076" y="117475"/>
                        <a:ext cx="10185400" cy="1331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C87F2EC-025E-482C-88E8-4F8D7234D7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49161"/>
              </p:ext>
            </p:extLst>
          </p:nvPr>
        </p:nvGraphicFramePr>
        <p:xfrm>
          <a:off x="187325" y="1468438"/>
          <a:ext cx="8032750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7" name="Equation" r:id="rId5" imgW="3301920" imgH="2476440" progId="Equation.DSMT4">
                  <p:embed/>
                </p:oleObj>
              </mc:Choice>
              <mc:Fallback>
                <p:oleObj name="Equation" r:id="rId5" imgW="3301920" imgH="2476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7325" y="1468438"/>
                        <a:ext cx="8032750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A452888-6CF2-4E80-B281-621002A680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474434"/>
              </p:ext>
            </p:extLst>
          </p:nvPr>
        </p:nvGraphicFramePr>
        <p:xfrm>
          <a:off x="146049" y="-1"/>
          <a:ext cx="8759826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3" imgW="3784320" imgH="1841400" progId="Equation.DSMT4">
                  <p:embed/>
                </p:oleObj>
              </mc:Choice>
              <mc:Fallback>
                <p:oleObj name="Equation" r:id="rId3" imgW="3784320" imgH="1841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049" y="-1"/>
                        <a:ext cx="8759826" cy="448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1722A7A-6A29-4792-8E9B-1AD5C92F2D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56" r="4396" b="15277"/>
          <a:stretch/>
        </p:blipFill>
        <p:spPr>
          <a:xfrm>
            <a:off x="8905875" y="247651"/>
            <a:ext cx="3286125" cy="233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94AD4CF-8D11-4C44-812A-6273D467DD20}"/>
              </a:ext>
            </a:extLst>
          </p:cNvPr>
          <p:cNvSpPr/>
          <p:nvPr/>
        </p:nvSpPr>
        <p:spPr>
          <a:xfrm>
            <a:off x="80963" y="-19050"/>
            <a:ext cx="2586037" cy="11049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Do Yourself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04851B5-40B5-47F1-A6EE-D1CEE5537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298888"/>
              </p:ext>
            </p:extLst>
          </p:nvPr>
        </p:nvGraphicFramePr>
        <p:xfrm>
          <a:off x="2667000" y="0"/>
          <a:ext cx="76803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7" name="Equation" r:id="rId3" imgW="3035160" imgH="393480" progId="Equation.DSMT4">
                  <p:embed/>
                </p:oleObj>
              </mc:Choice>
              <mc:Fallback>
                <p:oleObj name="Equation" r:id="rId3" imgW="3035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7000" y="0"/>
                        <a:ext cx="7680325" cy="88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2AA37F2-38B1-47FE-820F-75EED09092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648792"/>
              </p:ext>
            </p:extLst>
          </p:nvPr>
        </p:nvGraphicFramePr>
        <p:xfrm>
          <a:off x="638175" y="1406524"/>
          <a:ext cx="6819900" cy="517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Equation" r:id="rId5" imgW="2705040" imgH="2323800" progId="Equation.DSMT4">
                  <p:embed/>
                </p:oleObj>
              </mc:Choice>
              <mc:Fallback>
                <p:oleObj name="Equation" r:id="rId5" imgW="2705040" imgH="232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8175" y="1406524"/>
                        <a:ext cx="6819900" cy="5172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291CC03-EE3D-4384-8421-E81FD449BA2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5" t="54722" r="6469" b="4074"/>
          <a:stretch/>
        </p:blipFill>
        <p:spPr>
          <a:xfrm>
            <a:off x="9291637" y="882650"/>
            <a:ext cx="2819400" cy="282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0CFA4-FD05-414E-A052-3D70E554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E30B0-D6BB-4CD3-B17F-8F293C6B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D033E67-CCE5-4A54-A525-24AC8642F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653098"/>
              </p:ext>
            </p:extLst>
          </p:nvPr>
        </p:nvGraphicFramePr>
        <p:xfrm>
          <a:off x="126998" y="136524"/>
          <a:ext cx="10941051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name="Equation" r:id="rId3" imgW="4165560" imgH="393480" progId="Equation.DSMT4">
                  <p:embed/>
                </p:oleObj>
              </mc:Choice>
              <mc:Fallback>
                <p:oleObj name="Equation" r:id="rId3" imgW="4165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998" y="136524"/>
                        <a:ext cx="10941051" cy="968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2F3F9E0-57DA-4377-B46A-8AC2A84F50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745725"/>
              </p:ext>
            </p:extLst>
          </p:nvPr>
        </p:nvGraphicFramePr>
        <p:xfrm>
          <a:off x="126999" y="1362075"/>
          <a:ext cx="9436101" cy="499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6" name="Equation" r:id="rId5" imgW="3784320" imgH="2171520" progId="Equation.DSMT4">
                  <p:embed/>
                </p:oleObj>
              </mc:Choice>
              <mc:Fallback>
                <p:oleObj name="Equation" r:id="rId5" imgW="3784320" imgH="217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999" y="1362075"/>
                        <a:ext cx="9436101" cy="499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5591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0CFA4-FD05-414E-A052-3D70E554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E30B0-D6BB-4CD3-B17F-8F293C6B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30CAE7E-4973-4A6B-8D1D-32E9A26CCA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277937"/>
              </p:ext>
            </p:extLst>
          </p:nvPr>
        </p:nvGraphicFramePr>
        <p:xfrm>
          <a:off x="338138" y="660400"/>
          <a:ext cx="9250362" cy="46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Equation" r:id="rId3" imgW="3860640" imgH="1739880" progId="Equation.DSMT4">
                  <p:embed/>
                </p:oleObj>
              </mc:Choice>
              <mc:Fallback>
                <p:oleObj name="Equation" r:id="rId3" imgW="3860640" imgH="1739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138" y="660400"/>
                        <a:ext cx="9250362" cy="467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8615A3C-0F7D-43CD-A546-DD359E0DF08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4" r="22334" b="9306"/>
          <a:stretch/>
        </p:blipFill>
        <p:spPr>
          <a:xfrm>
            <a:off x="7871817" y="-19050"/>
            <a:ext cx="4331792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78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0CFA4-FD05-414E-A052-3D70E554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E30B0-D6BB-4CD3-B17F-8F293C6B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644A3F0-B6AC-4348-9BF1-F960D9C6C789}"/>
              </a:ext>
            </a:extLst>
          </p:cNvPr>
          <p:cNvSpPr/>
          <p:nvPr/>
        </p:nvSpPr>
        <p:spPr>
          <a:xfrm>
            <a:off x="80963" y="-19050"/>
            <a:ext cx="2586037" cy="11049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Do Yourself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E045298-9B07-41D6-8C8B-2B761C5A6F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202852"/>
              </p:ext>
            </p:extLst>
          </p:nvPr>
        </p:nvGraphicFramePr>
        <p:xfrm>
          <a:off x="0" y="798512"/>
          <a:ext cx="11572876" cy="562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3" imgW="4572000" imgH="2145960" progId="Equation.DSMT4">
                  <p:embed/>
                </p:oleObj>
              </mc:Choice>
              <mc:Fallback>
                <p:oleObj name="Equation" r:id="rId3" imgW="4572000" imgH="2145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798512"/>
                        <a:ext cx="11572876" cy="562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418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0CFA4-FD05-414E-A052-3D70E554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E30B0-D6BB-4CD3-B17F-8F293C6B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134C847-99DD-4B5D-A1C0-F18BE5B05103}"/>
              </a:ext>
            </a:extLst>
          </p:cNvPr>
          <p:cNvSpPr/>
          <p:nvPr/>
        </p:nvSpPr>
        <p:spPr>
          <a:xfrm>
            <a:off x="80963" y="-19050"/>
            <a:ext cx="2586037" cy="11049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Do Yourself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1D268C1-9CCF-4276-A228-2289A6D1C5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223108"/>
              </p:ext>
            </p:extLst>
          </p:nvPr>
        </p:nvGraphicFramePr>
        <p:xfrm>
          <a:off x="1190625" y="773112"/>
          <a:ext cx="10763250" cy="1209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8" name="Equation" r:id="rId3" imgW="4800600" imgH="545760" progId="Equation.DSMT4">
                  <p:embed/>
                </p:oleObj>
              </mc:Choice>
              <mc:Fallback>
                <p:oleObj name="Equation" r:id="rId3" imgW="480060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0625" y="773112"/>
                        <a:ext cx="10763250" cy="1209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06A0883-46CD-4B87-AB80-611E8A436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889176"/>
              </p:ext>
            </p:extLst>
          </p:nvPr>
        </p:nvGraphicFramePr>
        <p:xfrm>
          <a:off x="276224" y="3732213"/>
          <a:ext cx="9048751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9" name="Equation" r:id="rId5" imgW="4140000" imgH="927000" progId="Equation.DSMT4">
                  <p:embed/>
                </p:oleObj>
              </mc:Choice>
              <mc:Fallback>
                <p:oleObj name="Equation" r:id="rId5" imgW="414000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6224" y="3732213"/>
                        <a:ext cx="9048751" cy="2039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3E7901-3258-47D5-96B2-274866D99D5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 t="55695" r="9187" b="7315"/>
          <a:stretch/>
        </p:blipFill>
        <p:spPr>
          <a:xfrm>
            <a:off x="9239250" y="1589088"/>
            <a:ext cx="2876550" cy="2536826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F943F14-5858-49CB-A122-9ADDB34429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44515"/>
              </p:ext>
            </p:extLst>
          </p:nvPr>
        </p:nvGraphicFramePr>
        <p:xfrm>
          <a:off x="9591675" y="4522789"/>
          <a:ext cx="2324101" cy="1249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0" name="Equation" r:id="rId8" imgW="1447560" imgH="838080" progId="Equation.DSMT4">
                  <p:embed/>
                </p:oleObj>
              </mc:Choice>
              <mc:Fallback>
                <p:oleObj name="Equation" r:id="rId8" imgW="14475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91675" y="4522789"/>
                        <a:ext cx="2324101" cy="12493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4387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5330</TotalTime>
  <Words>83</Words>
  <Application>Microsoft Office PowerPoint</Application>
  <PresentationFormat>Widescreen</PresentationFormat>
  <Paragraphs>38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Algerian</vt:lpstr>
      <vt:lpstr>Arial</vt:lpstr>
      <vt:lpstr>Arial Rounded MT Bold</vt:lpstr>
      <vt:lpstr>Calibri</vt:lpstr>
      <vt:lpstr>Calibri Light</vt:lpstr>
      <vt:lpstr>Sitka Banner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344</cp:revision>
  <dcterms:created xsi:type="dcterms:W3CDTF">2024-04-27T09:17:32Z</dcterms:created>
  <dcterms:modified xsi:type="dcterms:W3CDTF">2026-01-04T08:53:24Z</dcterms:modified>
</cp:coreProperties>
</file>