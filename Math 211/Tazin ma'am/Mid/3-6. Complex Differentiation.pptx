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sldIdLst>
    <p:sldId id="263" r:id="rId2"/>
    <p:sldId id="262" r:id="rId3"/>
    <p:sldId id="265" r:id="rId4"/>
    <p:sldId id="266" r:id="rId5"/>
    <p:sldId id="267" r:id="rId6"/>
    <p:sldId id="268" r:id="rId7"/>
    <p:sldId id="269" r:id="rId8"/>
    <p:sldId id="306" r:id="rId9"/>
    <p:sldId id="270" r:id="rId10"/>
    <p:sldId id="271" r:id="rId11"/>
    <p:sldId id="274" r:id="rId12"/>
    <p:sldId id="275" r:id="rId13"/>
    <p:sldId id="276" r:id="rId14"/>
    <p:sldId id="272" r:id="rId15"/>
    <p:sldId id="273" r:id="rId16"/>
    <p:sldId id="277" r:id="rId17"/>
    <p:sldId id="278" r:id="rId18"/>
    <p:sldId id="279" r:id="rId19"/>
    <p:sldId id="290" r:id="rId20"/>
    <p:sldId id="291" r:id="rId21"/>
    <p:sldId id="304" r:id="rId22"/>
    <p:sldId id="305" r:id="rId23"/>
    <p:sldId id="280" r:id="rId24"/>
    <p:sldId id="303" r:id="rId25"/>
    <p:sldId id="281" r:id="rId26"/>
    <p:sldId id="283" r:id="rId27"/>
    <p:sldId id="284" r:id="rId28"/>
    <p:sldId id="285" r:id="rId29"/>
    <p:sldId id="286" r:id="rId30"/>
    <p:sldId id="287" r:id="rId31"/>
    <p:sldId id="288" r:id="rId32"/>
    <p:sldId id="28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3A452-B961-4A54-B530-4E6671BD5616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F38D3-F6E1-417B-8A40-D62BBDD2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3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C85A0-BDF0-43DE-84B8-A00E743734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1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248F-29FC-47B1-BA71-36E3FE9B8B32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2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2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6BDC-08A3-4386-BDCF-B7E2239B2D4A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7F5E-0325-4CF2-A52D-E5D76A068EDF}" type="datetime1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2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12D1C-CE9E-4E16-B350-97D0E823F121}" type="datetime1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1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659A-B6AB-4FBC-9AD1-6FB0678898B7}" type="datetime1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0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53B74-C8AE-4543-99F7-30AACFAED325}" type="datetime1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4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871D-5DA4-4DCF-AF65-212F23F4BFED}" type="datetime1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3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D4A45-D1C0-4E5E-BE57-9765DCD4D490}" type="datetime1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3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49A8-9B8F-4B69-BCF1-361BF44FBA13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6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396FA-F610-4150-9D63-C46A2C3DFB0F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3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Rectangle 1838"/>
          <p:cNvSpPr/>
          <p:nvPr userDrawn="1"/>
        </p:nvSpPr>
        <p:spPr>
          <a:xfrm rot="10800000">
            <a:off x="2" y="2"/>
            <a:ext cx="12191999" cy="685799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0" y="6632223"/>
            <a:ext cx="762000" cy="225775"/>
            <a:chOff x="0" y="5809120"/>
            <a:chExt cx="3295355" cy="976391"/>
          </a:xfrm>
        </p:grpSpPr>
        <p:sp>
          <p:nvSpPr>
            <p:cNvPr id="4" name="Rectangle 3"/>
            <p:cNvSpPr/>
            <p:nvPr/>
          </p:nvSpPr>
          <p:spPr>
            <a:xfrm>
              <a:off x="0" y="6139418"/>
              <a:ext cx="315893" cy="3158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31285" y="6139418"/>
              <a:ext cx="315893" cy="31589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62570" y="6139418"/>
              <a:ext cx="315893" cy="31589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993854" y="6139418"/>
              <a:ext cx="315893" cy="31589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325139" y="6139418"/>
              <a:ext cx="315893" cy="31589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656424" y="6139418"/>
              <a:ext cx="315893" cy="3158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87709" y="6139418"/>
              <a:ext cx="315893" cy="3158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318994" y="6139418"/>
              <a:ext cx="315893" cy="315893"/>
            </a:xfrm>
            <a:prstGeom prst="rect">
              <a:avLst/>
            </a:prstGeom>
            <a:solidFill>
              <a:srgbClr val="0E78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650278" y="6139418"/>
              <a:ext cx="315893" cy="315893"/>
            </a:xfrm>
            <a:prstGeom prst="rect">
              <a:avLst/>
            </a:prstGeom>
            <a:solidFill>
              <a:srgbClr val="007A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0" y="5809120"/>
              <a:ext cx="315893" cy="3158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31285" y="5809120"/>
              <a:ext cx="315893" cy="3158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62570" y="5809120"/>
              <a:ext cx="315893" cy="31589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93854" y="5809120"/>
              <a:ext cx="315893" cy="31589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325139" y="5809120"/>
              <a:ext cx="315893" cy="31589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656424" y="5809120"/>
              <a:ext cx="315893" cy="31589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987709" y="5809120"/>
              <a:ext cx="315893" cy="315893"/>
            </a:xfrm>
            <a:prstGeom prst="rect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318994" y="5809120"/>
              <a:ext cx="315893" cy="315893"/>
            </a:xfrm>
            <a:prstGeom prst="rect">
              <a:avLst/>
            </a:prstGeom>
            <a:solidFill>
              <a:srgbClr val="15B5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650278" y="5809120"/>
              <a:ext cx="315893" cy="31589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0" y="6469618"/>
              <a:ext cx="315893" cy="31589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31285" y="6469618"/>
              <a:ext cx="315893" cy="31589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62570" y="6469618"/>
              <a:ext cx="315893" cy="31589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93854" y="6469618"/>
              <a:ext cx="315893" cy="31589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325139" y="6469618"/>
              <a:ext cx="315893" cy="31589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656424" y="6469618"/>
              <a:ext cx="315893" cy="31589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987709" y="6469618"/>
              <a:ext cx="315893" cy="315893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318994" y="6469618"/>
              <a:ext cx="315893" cy="315893"/>
            </a:xfrm>
            <a:prstGeom prst="rect">
              <a:avLst/>
            </a:prstGeom>
            <a:solidFill>
              <a:srgbClr val="38E8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650278" y="6469618"/>
              <a:ext cx="315893" cy="315893"/>
            </a:xfrm>
            <a:prstGeom prst="rect">
              <a:avLst/>
            </a:prstGeom>
            <a:solidFill>
              <a:srgbClr val="6DFFA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2979462" y="5809120"/>
              <a:ext cx="315893" cy="976391"/>
              <a:chOff x="2979462" y="5809120"/>
              <a:chExt cx="315893" cy="976391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2979462" y="6139418"/>
                <a:ext cx="315893" cy="315893"/>
              </a:xfrm>
              <a:prstGeom prst="rect">
                <a:avLst/>
              </a:prstGeom>
              <a:solidFill>
                <a:srgbClr val="4F21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2979462" y="5809120"/>
                <a:ext cx="315893" cy="315893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2979462" y="6469618"/>
                <a:ext cx="315893" cy="315893"/>
              </a:xfrm>
              <a:prstGeom prst="rect">
                <a:avLst/>
              </a:prstGeom>
              <a:solidFill>
                <a:srgbClr val="B888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6" name="Group 35"/>
          <p:cNvGrpSpPr/>
          <p:nvPr userDrawn="1"/>
        </p:nvGrpSpPr>
        <p:grpSpPr>
          <a:xfrm>
            <a:off x="0" y="-1"/>
            <a:ext cx="12192000" cy="6858001"/>
            <a:chOff x="2217420" y="-3104782"/>
            <a:chExt cx="15491460" cy="8715484"/>
          </a:xfrm>
        </p:grpSpPr>
        <p:grpSp>
          <p:nvGrpSpPr>
            <p:cNvPr id="37" name="Group 36"/>
            <p:cNvGrpSpPr/>
            <p:nvPr/>
          </p:nvGrpSpPr>
          <p:grpSpPr>
            <a:xfrm>
              <a:off x="2217420" y="-3104782"/>
              <a:ext cx="7757160" cy="8715484"/>
              <a:chOff x="2217420" y="-3104782"/>
              <a:chExt cx="7757160" cy="8715484"/>
            </a:xfrm>
          </p:grpSpPr>
          <p:grpSp>
            <p:nvGrpSpPr>
              <p:cNvPr id="939" name="Group 938"/>
              <p:cNvGrpSpPr/>
              <p:nvPr/>
            </p:nvGrpSpPr>
            <p:grpSpPr>
              <a:xfrm>
                <a:off x="2217420" y="1247299"/>
                <a:ext cx="7757160" cy="4363403"/>
                <a:chOff x="18821400" y="-49213"/>
                <a:chExt cx="12376150" cy="5583238"/>
              </a:xfrm>
              <a:noFill/>
            </p:grpSpPr>
            <p:sp>
              <p:nvSpPr>
                <p:cNvPr id="1390" name="AutoShape 3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8821400" y="-49213"/>
                  <a:ext cx="12376150" cy="558323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1" name="Rectangle 5"/>
                <p:cNvSpPr>
                  <a:spLocks noChangeArrowheads="1"/>
                </p:cNvSpPr>
                <p:nvPr/>
              </p:nvSpPr>
              <p:spPr bwMode="auto">
                <a:xfrm>
                  <a:off x="18827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2" name="Rectangle 6"/>
                <p:cNvSpPr>
                  <a:spLocks noChangeArrowheads="1"/>
                </p:cNvSpPr>
                <p:nvPr/>
              </p:nvSpPr>
              <p:spPr bwMode="auto">
                <a:xfrm>
                  <a:off x="19284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3" name="Rectangle 7"/>
                <p:cNvSpPr>
                  <a:spLocks noChangeArrowheads="1"/>
                </p:cNvSpPr>
                <p:nvPr/>
              </p:nvSpPr>
              <p:spPr bwMode="auto">
                <a:xfrm>
                  <a:off x="19742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4" name="Rectangle 8"/>
                <p:cNvSpPr>
                  <a:spLocks noChangeArrowheads="1"/>
                </p:cNvSpPr>
                <p:nvPr/>
              </p:nvSpPr>
              <p:spPr bwMode="auto">
                <a:xfrm>
                  <a:off x="20199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5" name="Rectangle 9"/>
                <p:cNvSpPr>
                  <a:spLocks noChangeArrowheads="1"/>
                </p:cNvSpPr>
                <p:nvPr/>
              </p:nvSpPr>
              <p:spPr bwMode="auto">
                <a:xfrm>
                  <a:off x="20656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6" name="Rectangle 10"/>
                <p:cNvSpPr>
                  <a:spLocks noChangeArrowheads="1"/>
                </p:cNvSpPr>
                <p:nvPr/>
              </p:nvSpPr>
              <p:spPr bwMode="auto">
                <a:xfrm>
                  <a:off x="21113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7" name="Rectangle 11"/>
                <p:cNvSpPr>
                  <a:spLocks noChangeArrowheads="1"/>
                </p:cNvSpPr>
                <p:nvPr/>
              </p:nvSpPr>
              <p:spPr bwMode="auto">
                <a:xfrm>
                  <a:off x="21570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8" name="Rectangle 12"/>
                <p:cNvSpPr>
                  <a:spLocks noChangeArrowheads="1"/>
                </p:cNvSpPr>
                <p:nvPr/>
              </p:nvSpPr>
              <p:spPr bwMode="auto">
                <a:xfrm>
                  <a:off x="22028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9" name="Rectangle 13"/>
                <p:cNvSpPr>
                  <a:spLocks noChangeArrowheads="1"/>
                </p:cNvSpPr>
                <p:nvPr/>
              </p:nvSpPr>
              <p:spPr bwMode="auto">
                <a:xfrm>
                  <a:off x="22485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0" name="Rectangle 14"/>
                <p:cNvSpPr>
                  <a:spLocks noChangeArrowheads="1"/>
                </p:cNvSpPr>
                <p:nvPr/>
              </p:nvSpPr>
              <p:spPr bwMode="auto">
                <a:xfrm>
                  <a:off x="22942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1" name="Rectangle 15"/>
                <p:cNvSpPr>
                  <a:spLocks noChangeArrowheads="1"/>
                </p:cNvSpPr>
                <p:nvPr/>
              </p:nvSpPr>
              <p:spPr bwMode="auto">
                <a:xfrm>
                  <a:off x="23399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2" name="Rectangle 16"/>
                <p:cNvSpPr>
                  <a:spLocks noChangeArrowheads="1"/>
                </p:cNvSpPr>
                <p:nvPr/>
              </p:nvSpPr>
              <p:spPr bwMode="auto">
                <a:xfrm>
                  <a:off x="23856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3" name="Rectangle 17"/>
                <p:cNvSpPr>
                  <a:spLocks noChangeArrowheads="1"/>
                </p:cNvSpPr>
                <p:nvPr/>
              </p:nvSpPr>
              <p:spPr bwMode="auto">
                <a:xfrm>
                  <a:off x="24314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4" name="Rectangle 18"/>
                <p:cNvSpPr>
                  <a:spLocks noChangeArrowheads="1"/>
                </p:cNvSpPr>
                <p:nvPr/>
              </p:nvSpPr>
              <p:spPr bwMode="auto">
                <a:xfrm>
                  <a:off x="24771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5" name="Rectangle 19"/>
                <p:cNvSpPr>
                  <a:spLocks noChangeArrowheads="1"/>
                </p:cNvSpPr>
                <p:nvPr/>
              </p:nvSpPr>
              <p:spPr bwMode="auto">
                <a:xfrm>
                  <a:off x="25228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6" name="Rectangle 20"/>
                <p:cNvSpPr>
                  <a:spLocks noChangeArrowheads="1"/>
                </p:cNvSpPr>
                <p:nvPr/>
              </p:nvSpPr>
              <p:spPr bwMode="auto">
                <a:xfrm>
                  <a:off x="25685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7" name="Rectangle 21"/>
                <p:cNvSpPr>
                  <a:spLocks noChangeArrowheads="1"/>
                </p:cNvSpPr>
                <p:nvPr/>
              </p:nvSpPr>
              <p:spPr bwMode="auto">
                <a:xfrm>
                  <a:off x="26142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8" name="Rectangle 22"/>
                <p:cNvSpPr>
                  <a:spLocks noChangeArrowheads="1"/>
                </p:cNvSpPr>
                <p:nvPr/>
              </p:nvSpPr>
              <p:spPr bwMode="auto">
                <a:xfrm>
                  <a:off x="26600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9" name="Rectangle 23"/>
                <p:cNvSpPr>
                  <a:spLocks noChangeArrowheads="1"/>
                </p:cNvSpPr>
                <p:nvPr/>
              </p:nvSpPr>
              <p:spPr bwMode="auto">
                <a:xfrm>
                  <a:off x="27057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0" name="Rectangle 24"/>
                <p:cNvSpPr>
                  <a:spLocks noChangeArrowheads="1"/>
                </p:cNvSpPr>
                <p:nvPr/>
              </p:nvSpPr>
              <p:spPr bwMode="auto">
                <a:xfrm>
                  <a:off x="27514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1" name="Rectangle 25"/>
                <p:cNvSpPr>
                  <a:spLocks noChangeArrowheads="1"/>
                </p:cNvSpPr>
                <p:nvPr/>
              </p:nvSpPr>
              <p:spPr bwMode="auto">
                <a:xfrm>
                  <a:off x="27971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2" name="Rectangle 26"/>
                <p:cNvSpPr>
                  <a:spLocks noChangeArrowheads="1"/>
                </p:cNvSpPr>
                <p:nvPr/>
              </p:nvSpPr>
              <p:spPr bwMode="auto">
                <a:xfrm>
                  <a:off x="28428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3" name="Rectangle 27"/>
                <p:cNvSpPr>
                  <a:spLocks noChangeArrowheads="1"/>
                </p:cNvSpPr>
                <p:nvPr/>
              </p:nvSpPr>
              <p:spPr bwMode="auto">
                <a:xfrm>
                  <a:off x="28886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4" name="Rectangle 28"/>
                <p:cNvSpPr>
                  <a:spLocks noChangeArrowheads="1"/>
                </p:cNvSpPr>
                <p:nvPr/>
              </p:nvSpPr>
              <p:spPr bwMode="auto">
                <a:xfrm>
                  <a:off x="29343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5" name="Rectangle 29"/>
                <p:cNvSpPr>
                  <a:spLocks noChangeArrowheads="1"/>
                </p:cNvSpPr>
                <p:nvPr/>
              </p:nvSpPr>
              <p:spPr bwMode="auto">
                <a:xfrm>
                  <a:off x="29800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6" name="Rectangle 30"/>
                <p:cNvSpPr>
                  <a:spLocks noChangeArrowheads="1"/>
                </p:cNvSpPr>
                <p:nvPr/>
              </p:nvSpPr>
              <p:spPr bwMode="auto">
                <a:xfrm>
                  <a:off x="30257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7" name="Rectangle 31"/>
                <p:cNvSpPr>
                  <a:spLocks noChangeArrowheads="1"/>
                </p:cNvSpPr>
                <p:nvPr/>
              </p:nvSpPr>
              <p:spPr bwMode="auto">
                <a:xfrm>
                  <a:off x="30714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8" name="Rectangle 32"/>
                <p:cNvSpPr>
                  <a:spLocks noChangeArrowheads="1"/>
                </p:cNvSpPr>
                <p:nvPr/>
              </p:nvSpPr>
              <p:spPr bwMode="auto">
                <a:xfrm>
                  <a:off x="18827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9" name="Rectangle 33"/>
                <p:cNvSpPr>
                  <a:spLocks noChangeArrowheads="1"/>
                </p:cNvSpPr>
                <p:nvPr/>
              </p:nvSpPr>
              <p:spPr bwMode="auto">
                <a:xfrm>
                  <a:off x="19284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0" name="Rectangle 34"/>
                <p:cNvSpPr>
                  <a:spLocks noChangeArrowheads="1"/>
                </p:cNvSpPr>
                <p:nvPr/>
              </p:nvSpPr>
              <p:spPr bwMode="auto">
                <a:xfrm>
                  <a:off x="19742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1" name="Rectangle 35"/>
                <p:cNvSpPr>
                  <a:spLocks noChangeArrowheads="1"/>
                </p:cNvSpPr>
                <p:nvPr/>
              </p:nvSpPr>
              <p:spPr bwMode="auto">
                <a:xfrm>
                  <a:off x="20199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2" name="Rectangle 36"/>
                <p:cNvSpPr>
                  <a:spLocks noChangeArrowheads="1"/>
                </p:cNvSpPr>
                <p:nvPr/>
              </p:nvSpPr>
              <p:spPr bwMode="auto">
                <a:xfrm>
                  <a:off x="20656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3" name="Rectangle 37"/>
                <p:cNvSpPr>
                  <a:spLocks noChangeArrowheads="1"/>
                </p:cNvSpPr>
                <p:nvPr/>
              </p:nvSpPr>
              <p:spPr bwMode="auto">
                <a:xfrm>
                  <a:off x="21113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4" name="Rectangle 38"/>
                <p:cNvSpPr>
                  <a:spLocks noChangeArrowheads="1"/>
                </p:cNvSpPr>
                <p:nvPr/>
              </p:nvSpPr>
              <p:spPr bwMode="auto">
                <a:xfrm>
                  <a:off x="21570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5" name="Rectangle 39"/>
                <p:cNvSpPr>
                  <a:spLocks noChangeArrowheads="1"/>
                </p:cNvSpPr>
                <p:nvPr/>
              </p:nvSpPr>
              <p:spPr bwMode="auto">
                <a:xfrm>
                  <a:off x="22028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6" name="Rectangle 40"/>
                <p:cNvSpPr>
                  <a:spLocks noChangeArrowheads="1"/>
                </p:cNvSpPr>
                <p:nvPr/>
              </p:nvSpPr>
              <p:spPr bwMode="auto">
                <a:xfrm>
                  <a:off x="22485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7" name="Rectangle 41"/>
                <p:cNvSpPr>
                  <a:spLocks noChangeArrowheads="1"/>
                </p:cNvSpPr>
                <p:nvPr/>
              </p:nvSpPr>
              <p:spPr bwMode="auto">
                <a:xfrm>
                  <a:off x="22942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8" name="Rectangle 42"/>
                <p:cNvSpPr>
                  <a:spLocks noChangeArrowheads="1"/>
                </p:cNvSpPr>
                <p:nvPr/>
              </p:nvSpPr>
              <p:spPr bwMode="auto">
                <a:xfrm>
                  <a:off x="23399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9" name="Rectangle 43"/>
                <p:cNvSpPr>
                  <a:spLocks noChangeArrowheads="1"/>
                </p:cNvSpPr>
                <p:nvPr/>
              </p:nvSpPr>
              <p:spPr bwMode="auto">
                <a:xfrm>
                  <a:off x="23856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0" name="Rectangle 44"/>
                <p:cNvSpPr>
                  <a:spLocks noChangeArrowheads="1"/>
                </p:cNvSpPr>
                <p:nvPr/>
              </p:nvSpPr>
              <p:spPr bwMode="auto">
                <a:xfrm>
                  <a:off x="24314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1" name="Rectangle 45"/>
                <p:cNvSpPr>
                  <a:spLocks noChangeArrowheads="1"/>
                </p:cNvSpPr>
                <p:nvPr/>
              </p:nvSpPr>
              <p:spPr bwMode="auto">
                <a:xfrm>
                  <a:off x="24771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2" name="Rectangle 46"/>
                <p:cNvSpPr>
                  <a:spLocks noChangeArrowheads="1"/>
                </p:cNvSpPr>
                <p:nvPr/>
              </p:nvSpPr>
              <p:spPr bwMode="auto">
                <a:xfrm>
                  <a:off x="25228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3" name="Rectangle 47"/>
                <p:cNvSpPr>
                  <a:spLocks noChangeArrowheads="1"/>
                </p:cNvSpPr>
                <p:nvPr/>
              </p:nvSpPr>
              <p:spPr bwMode="auto">
                <a:xfrm>
                  <a:off x="25685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4" name="Rectangle 48"/>
                <p:cNvSpPr>
                  <a:spLocks noChangeArrowheads="1"/>
                </p:cNvSpPr>
                <p:nvPr/>
              </p:nvSpPr>
              <p:spPr bwMode="auto">
                <a:xfrm>
                  <a:off x="26142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5" name="Rectangle 49"/>
                <p:cNvSpPr>
                  <a:spLocks noChangeArrowheads="1"/>
                </p:cNvSpPr>
                <p:nvPr/>
              </p:nvSpPr>
              <p:spPr bwMode="auto">
                <a:xfrm>
                  <a:off x="26600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6" name="Rectangle 50"/>
                <p:cNvSpPr>
                  <a:spLocks noChangeArrowheads="1"/>
                </p:cNvSpPr>
                <p:nvPr/>
              </p:nvSpPr>
              <p:spPr bwMode="auto">
                <a:xfrm>
                  <a:off x="27057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7" name="Rectangle 51"/>
                <p:cNvSpPr>
                  <a:spLocks noChangeArrowheads="1"/>
                </p:cNvSpPr>
                <p:nvPr/>
              </p:nvSpPr>
              <p:spPr bwMode="auto">
                <a:xfrm>
                  <a:off x="27514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8" name="Rectangle 52"/>
                <p:cNvSpPr>
                  <a:spLocks noChangeArrowheads="1"/>
                </p:cNvSpPr>
                <p:nvPr/>
              </p:nvSpPr>
              <p:spPr bwMode="auto">
                <a:xfrm>
                  <a:off x="27971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9" name="Rectangle 53"/>
                <p:cNvSpPr>
                  <a:spLocks noChangeArrowheads="1"/>
                </p:cNvSpPr>
                <p:nvPr/>
              </p:nvSpPr>
              <p:spPr bwMode="auto">
                <a:xfrm>
                  <a:off x="28428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0" name="Rectangle 54"/>
                <p:cNvSpPr>
                  <a:spLocks noChangeArrowheads="1"/>
                </p:cNvSpPr>
                <p:nvPr/>
              </p:nvSpPr>
              <p:spPr bwMode="auto">
                <a:xfrm>
                  <a:off x="28886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1" name="Rectangle 55"/>
                <p:cNvSpPr>
                  <a:spLocks noChangeArrowheads="1"/>
                </p:cNvSpPr>
                <p:nvPr/>
              </p:nvSpPr>
              <p:spPr bwMode="auto">
                <a:xfrm>
                  <a:off x="29343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2" name="Rectangle 56"/>
                <p:cNvSpPr>
                  <a:spLocks noChangeArrowheads="1"/>
                </p:cNvSpPr>
                <p:nvPr/>
              </p:nvSpPr>
              <p:spPr bwMode="auto">
                <a:xfrm>
                  <a:off x="29800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3" name="Rectangle 57"/>
                <p:cNvSpPr>
                  <a:spLocks noChangeArrowheads="1"/>
                </p:cNvSpPr>
                <p:nvPr/>
              </p:nvSpPr>
              <p:spPr bwMode="auto">
                <a:xfrm>
                  <a:off x="30257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4" name="Rectangle 58"/>
                <p:cNvSpPr>
                  <a:spLocks noChangeArrowheads="1"/>
                </p:cNvSpPr>
                <p:nvPr/>
              </p:nvSpPr>
              <p:spPr bwMode="auto">
                <a:xfrm>
                  <a:off x="30714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5" name="Rectangle 59"/>
                <p:cNvSpPr>
                  <a:spLocks noChangeArrowheads="1"/>
                </p:cNvSpPr>
                <p:nvPr/>
              </p:nvSpPr>
              <p:spPr bwMode="auto">
                <a:xfrm>
                  <a:off x="18827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6" name="Rectangle 60"/>
                <p:cNvSpPr>
                  <a:spLocks noChangeArrowheads="1"/>
                </p:cNvSpPr>
                <p:nvPr/>
              </p:nvSpPr>
              <p:spPr bwMode="auto">
                <a:xfrm>
                  <a:off x="19284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7" name="Rectangle 61"/>
                <p:cNvSpPr>
                  <a:spLocks noChangeArrowheads="1"/>
                </p:cNvSpPr>
                <p:nvPr/>
              </p:nvSpPr>
              <p:spPr bwMode="auto">
                <a:xfrm>
                  <a:off x="19742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8" name="Rectangle 62"/>
                <p:cNvSpPr>
                  <a:spLocks noChangeArrowheads="1"/>
                </p:cNvSpPr>
                <p:nvPr/>
              </p:nvSpPr>
              <p:spPr bwMode="auto">
                <a:xfrm>
                  <a:off x="20199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9" name="Rectangle 63"/>
                <p:cNvSpPr>
                  <a:spLocks noChangeArrowheads="1"/>
                </p:cNvSpPr>
                <p:nvPr/>
              </p:nvSpPr>
              <p:spPr bwMode="auto">
                <a:xfrm>
                  <a:off x="20656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0" name="Rectangle 64"/>
                <p:cNvSpPr>
                  <a:spLocks noChangeArrowheads="1"/>
                </p:cNvSpPr>
                <p:nvPr/>
              </p:nvSpPr>
              <p:spPr bwMode="auto">
                <a:xfrm>
                  <a:off x="21113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1" name="Rectangle 65"/>
                <p:cNvSpPr>
                  <a:spLocks noChangeArrowheads="1"/>
                </p:cNvSpPr>
                <p:nvPr/>
              </p:nvSpPr>
              <p:spPr bwMode="auto">
                <a:xfrm>
                  <a:off x="21570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2" name="Rectangle 66"/>
                <p:cNvSpPr>
                  <a:spLocks noChangeArrowheads="1"/>
                </p:cNvSpPr>
                <p:nvPr/>
              </p:nvSpPr>
              <p:spPr bwMode="auto">
                <a:xfrm>
                  <a:off x="22028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3" name="Rectangle 67"/>
                <p:cNvSpPr>
                  <a:spLocks noChangeArrowheads="1"/>
                </p:cNvSpPr>
                <p:nvPr/>
              </p:nvSpPr>
              <p:spPr bwMode="auto">
                <a:xfrm>
                  <a:off x="22485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4" name="Rectangle 68"/>
                <p:cNvSpPr>
                  <a:spLocks noChangeArrowheads="1"/>
                </p:cNvSpPr>
                <p:nvPr/>
              </p:nvSpPr>
              <p:spPr bwMode="auto">
                <a:xfrm>
                  <a:off x="22942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5" name="Rectangle 69"/>
                <p:cNvSpPr>
                  <a:spLocks noChangeArrowheads="1"/>
                </p:cNvSpPr>
                <p:nvPr/>
              </p:nvSpPr>
              <p:spPr bwMode="auto">
                <a:xfrm>
                  <a:off x="23399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6" name="Rectangle 70"/>
                <p:cNvSpPr>
                  <a:spLocks noChangeArrowheads="1"/>
                </p:cNvSpPr>
                <p:nvPr/>
              </p:nvSpPr>
              <p:spPr bwMode="auto">
                <a:xfrm>
                  <a:off x="23856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7" name="Rectangle 71"/>
                <p:cNvSpPr>
                  <a:spLocks noChangeArrowheads="1"/>
                </p:cNvSpPr>
                <p:nvPr/>
              </p:nvSpPr>
              <p:spPr bwMode="auto">
                <a:xfrm>
                  <a:off x="24314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8" name="Rectangle 72"/>
                <p:cNvSpPr>
                  <a:spLocks noChangeArrowheads="1"/>
                </p:cNvSpPr>
                <p:nvPr/>
              </p:nvSpPr>
              <p:spPr bwMode="auto">
                <a:xfrm>
                  <a:off x="24771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9" name="Rectangle 73"/>
                <p:cNvSpPr>
                  <a:spLocks noChangeArrowheads="1"/>
                </p:cNvSpPr>
                <p:nvPr/>
              </p:nvSpPr>
              <p:spPr bwMode="auto">
                <a:xfrm>
                  <a:off x="25228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0" name="Rectangle 74"/>
                <p:cNvSpPr>
                  <a:spLocks noChangeArrowheads="1"/>
                </p:cNvSpPr>
                <p:nvPr/>
              </p:nvSpPr>
              <p:spPr bwMode="auto">
                <a:xfrm>
                  <a:off x="25685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1" name="Rectangle 75"/>
                <p:cNvSpPr>
                  <a:spLocks noChangeArrowheads="1"/>
                </p:cNvSpPr>
                <p:nvPr/>
              </p:nvSpPr>
              <p:spPr bwMode="auto">
                <a:xfrm>
                  <a:off x="26142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2" name="Rectangle 76"/>
                <p:cNvSpPr>
                  <a:spLocks noChangeArrowheads="1"/>
                </p:cNvSpPr>
                <p:nvPr/>
              </p:nvSpPr>
              <p:spPr bwMode="auto">
                <a:xfrm>
                  <a:off x="26600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3" name="Rectangle 77"/>
                <p:cNvSpPr>
                  <a:spLocks noChangeArrowheads="1"/>
                </p:cNvSpPr>
                <p:nvPr/>
              </p:nvSpPr>
              <p:spPr bwMode="auto">
                <a:xfrm>
                  <a:off x="27057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4" name="Rectangle 78"/>
                <p:cNvSpPr>
                  <a:spLocks noChangeArrowheads="1"/>
                </p:cNvSpPr>
                <p:nvPr/>
              </p:nvSpPr>
              <p:spPr bwMode="auto">
                <a:xfrm>
                  <a:off x="27514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5" name="Rectangle 79"/>
                <p:cNvSpPr>
                  <a:spLocks noChangeArrowheads="1"/>
                </p:cNvSpPr>
                <p:nvPr/>
              </p:nvSpPr>
              <p:spPr bwMode="auto">
                <a:xfrm>
                  <a:off x="27971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6" name="Rectangle 80"/>
                <p:cNvSpPr>
                  <a:spLocks noChangeArrowheads="1"/>
                </p:cNvSpPr>
                <p:nvPr/>
              </p:nvSpPr>
              <p:spPr bwMode="auto">
                <a:xfrm>
                  <a:off x="28428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7" name="Rectangle 81"/>
                <p:cNvSpPr>
                  <a:spLocks noChangeArrowheads="1"/>
                </p:cNvSpPr>
                <p:nvPr/>
              </p:nvSpPr>
              <p:spPr bwMode="auto">
                <a:xfrm>
                  <a:off x="28886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8" name="Rectangle 82"/>
                <p:cNvSpPr>
                  <a:spLocks noChangeArrowheads="1"/>
                </p:cNvSpPr>
                <p:nvPr/>
              </p:nvSpPr>
              <p:spPr bwMode="auto">
                <a:xfrm>
                  <a:off x="29343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9" name="Rectangle 83"/>
                <p:cNvSpPr>
                  <a:spLocks noChangeArrowheads="1"/>
                </p:cNvSpPr>
                <p:nvPr/>
              </p:nvSpPr>
              <p:spPr bwMode="auto">
                <a:xfrm>
                  <a:off x="29800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0" name="Rectangle 84"/>
                <p:cNvSpPr>
                  <a:spLocks noChangeArrowheads="1"/>
                </p:cNvSpPr>
                <p:nvPr/>
              </p:nvSpPr>
              <p:spPr bwMode="auto">
                <a:xfrm>
                  <a:off x="30257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1" name="Rectangle 85"/>
                <p:cNvSpPr>
                  <a:spLocks noChangeArrowheads="1"/>
                </p:cNvSpPr>
                <p:nvPr/>
              </p:nvSpPr>
              <p:spPr bwMode="auto">
                <a:xfrm>
                  <a:off x="30714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2" name="Rectangle 86"/>
                <p:cNvSpPr>
                  <a:spLocks noChangeArrowheads="1"/>
                </p:cNvSpPr>
                <p:nvPr/>
              </p:nvSpPr>
              <p:spPr bwMode="auto">
                <a:xfrm>
                  <a:off x="18827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3" name="Rectangle 87"/>
                <p:cNvSpPr>
                  <a:spLocks noChangeArrowheads="1"/>
                </p:cNvSpPr>
                <p:nvPr/>
              </p:nvSpPr>
              <p:spPr bwMode="auto">
                <a:xfrm>
                  <a:off x="19284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4" name="Rectangle 88"/>
                <p:cNvSpPr>
                  <a:spLocks noChangeArrowheads="1"/>
                </p:cNvSpPr>
                <p:nvPr/>
              </p:nvSpPr>
              <p:spPr bwMode="auto">
                <a:xfrm>
                  <a:off x="19742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5" name="Rectangle 89"/>
                <p:cNvSpPr>
                  <a:spLocks noChangeArrowheads="1"/>
                </p:cNvSpPr>
                <p:nvPr/>
              </p:nvSpPr>
              <p:spPr bwMode="auto">
                <a:xfrm>
                  <a:off x="20199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6" name="Rectangle 90"/>
                <p:cNvSpPr>
                  <a:spLocks noChangeArrowheads="1"/>
                </p:cNvSpPr>
                <p:nvPr/>
              </p:nvSpPr>
              <p:spPr bwMode="auto">
                <a:xfrm>
                  <a:off x="20656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7" name="Rectangle 91"/>
                <p:cNvSpPr>
                  <a:spLocks noChangeArrowheads="1"/>
                </p:cNvSpPr>
                <p:nvPr/>
              </p:nvSpPr>
              <p:spPr bwMode="auto">
                <a:xfrm>
                  <a:off x="21113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8" name="Rectangle 92"/>
                <p:cNvSpPr>
                  <a:spLocks noChangeArrowheads="1"/>
                </p:cNvSpPr>
                <p:nvPr/>
              </p:nvSpPr>
              <p:spPr bwMode="auto">
                <a:xfrm>
                  <a:off x="21570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9" name="Rectangle 93"/>
                <p:cNvSpPr>
                  <a:spLocks noChangeArrowheads="1"/>
                </p:cNvSpPr>
                <p:nvPr/>
              </p:nvSpPr>
              <p:spPr bwMode="auto">
                <a:xfrm>
                  <a:off x="22028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0" name="Rectangle 94"/>
                <p:cNvSpPr>
                  <a:spLocks noChangeArrowheads="1"/>
                </p:cNvSpPr>
                <p:nvPr/>
              </p:nvSpPr>
              <p:spPr bwMode="auto">
                <a:xfrm>
                  <a:off x="22485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1" name="Rectangle 95"/>
                <p:cNvSpPr>
                  <a:spLocks noChangeArrowheads="1"/>
                </p:cNvSpPr>
                <p:nvPr/>
              </p:nvSpPr>
              <p:spPr bwMode="auto">
                <a:xfrm>
                  <a:off x="22942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2" name="Rectangle 96"/>
                <p:cNvSpPr>
                  <a:spLocks noChangeArrowheads="1"/>
                </p:cNvSpPr>
                <p:nvPr/>
              </p:nvSpPr>
              <p:spPr bwMode="auto">
                <a:xfrm>
                  <a:off x="23399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3" name="Rectangle 97"/>
                <p:cNvSpPr>
                  <a:spLocks noChangeArrowheads="1"/>
                </p:cNvSpPr>
                <p:nvPr/>
              </p:nvSpPr>
              <p:spPr bwMode="auto">
                <a:xfrm>
                  <a:off x="23856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4" name="Rectangle 98"/>
                <p:cNvSpPr>
                  <a:spLocks noChangeArrowheads="1"/>
                </p:cNvSpPr>
                <p:nvPr/>
              </p:nvSpPr>
              <p:spPr bwMode="auto">
                <a:xfrm>
                  <a:off x="24314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5" name="Rectangle 99"/>
                <p:cNvSpPr>
                  <a:spLocks noChangeArrowheads="1"/>
                </p:cNvSpPr>
                <p:nvPr/>
              </p:nvSpPr>
              <p:spPr bwMode="auto">
                <a:xfrm>
                  <a:off x="24771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6" name="Rectangle 100"/>
                <p:cNvSpPr>
                  <a:spLocks noChangeArrowheads="1"/>
                </p:cNvSpPr>
                <p:nvPr/>
              </p:nvSpPr>
              <p:spPr bwMode="auto">
                <a:xfrm>
                  <a:off x="25228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7" name="Rectangle 101"/>
                <p:cNvSpPr>
                  <a:spLocks noChangeArrowheads="1"/>
                </p:cNvSpPr>
                <p:nvPr/>
              </p:nvSpPr>
              <p:spPr bwMode="auto">
                <a:xfrm>
                  <a:off x="25685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8" name="Rectangle 102"/>
                <p:cNvSpPr>
                  <a:spLocks noChangeArrowheads="1"/>
                </p:cNvSpPr>
                <p:nvPr/>
              </p:nvSpPr>
              <p:spPr bwMode="auto">
                <a:xfrm>
                  <a:off x="26142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9" name="Rectangle 103"/>
                <p:cNvSpPr>
                  <a:spLocks noChangeArrowheads="1"/>
                </p:cNvSpPr>
                <p:nvPr/>
              </p:nvSpPr>
              <p:spPr bwMode="auto">
                <a:xfrm>
                  <a:off x="26600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0" name="Rectangle 104"/>
                <p:cNvSpPr>
                  <a:spLocks noChangeArrowheads="1"/>
                </p:cNvSpPr>
                <p:nvPr/>
              </p:nvSpPr>
              <p:spPr bwMode="auto">
                <a:xfrm>
                  <a:off x="27057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1" name="Rectangle 105"/>
                <p:cNvSpPr>
                  <a:spLocks noChangeArrowheads="1"/>
                </p:cNvSpPr>
                <p:nvPr/>
              </p:nvSpPr>
              <p:spPr bwMode="auto">
                <a:xfrm>
                  <a:off x="27514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2" name="Rectangle 106"/>
                <p:cNvSpPr>
                  <a:spLocks noChangeArrowheads="1"/>
                </p:cNvSpPr>
                <p:nvPr/>
              </p:nvSpPr>
              <p:spPr bwMode="auto">
                <a:xfrm>
                  <a:off x="27971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3" name="Rectangle 107"/>
                <p:cNvSpPr>
                  <a:spLocks noChangeArrowheads="1"/>
                </p:cNvSpPr>
                <p:nvPr/>
              </p:nvSpPr>
              <p:spPr bwMode="auto">
                <a:xfrm>
                  <a:off x="28428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4" name="Rectangle 108"/>
                <p:cNvSpPr>
                  <a:spLocks noChangeArrowheads="1"/>
                </p:cNvSpPr>
                <p:nvPr/>
              </p:nvSpPr>
              <p:spPr bwMode="auto">
                <a:xfrm>
                  <a:off x="28886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5" name="Rectangle 109"/>
                <p:cNvSpPr>
                  <a:spLocks noChangeArrowheads="1"/>
                </p:cNvSpPr>
                <p:nvPr/>
              </p:nvSpPr>
              <p:spPr bwMode="auto">
                <a:xfrm>
                  <a:off x="29343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6" name="Rectangle 110"/>
                <p:cNvSpPr>
                  <a:spLocks noChangeArrowheads="1"/>
                </p:cNvSpPr>
                <p:nvPr/>
              </p:nvSpPr>
              <p:spPr bwMode="auto">
                <a:xfrm>
                  <a:off x="29800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7" name="Rectangle 111"/>
                <p:cNvSpPr>
                  <a:spLocks noChangeArrowheads="1"/>
                </p:cNvSpPr>
                <p:nvPr/>
              </p:nvSpPr>
              <p:spPr bwMode="auto">
                <a:xfrm>
                  <a:off x="30257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8" name="Rectangle 112"/>
                <p:cNvSpPr>
                  <a:spLocks noChangeArrowheads="1"/>
                </p:cNvSpPr>
                <p:nvPr/>
              </p:nvSpPr>
              <p:spPr bwMode="auto">
                <a:xfrm>
                  <a:off x="30714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9" name="Rectangle 113"/>
                <p:cNvSpPr>
                  <a:spLocks noChangeArrowheads="1"/>
                </p:cNvSpPr>
                <p:nvPr/>
              </p:nvSpPr>
              <p:spPr bwMode="auto">
                <a:xfrm>
                  <a:off x="18827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0" name="Rectangle 114"/>
                <p:cNvSpPr>
                  <a:spLocks noChangeArrowheads="1"/>
                </p:cNvSpPr>
                <p:nvPr/>
              </p:nvSpPr>
              <p:spPr bwMode="auto">
                <a:xfrm>
                  <a:off x="19284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1" name="Rectangle 115"/>
                <p:cNvSpPr>
                  <a:spLocks noChangeArrowheads="1"/>
                </p:cNvSpPr>
                <p:nvPr/>
              </p:nvSpPr>
              <p:spPr bwMode="auto">
                <a:xfrm>
                  <a:off x="19742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2" name="Rectangle 116"/>
                <p:cNvSpPr>
                  <a:spLocks noChangeArrowheads="1"/>
                </p:cNvSpPr>
                <p:nvPr/>
              </p:nvSpPr>
              <p:spPr bwMode="auto">
                <a:xfrm>
                  <a:off x="20199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3" name="Rectangle 117"/>
                <p:cNvSpPr>
                  <a:spLocks noChangeArrowheads="1"/>
                </p:cNvSpPr>
                <p:nvPr/>
              </p:nvSpPr>
              <p:spPr bwMode="auto">
                <a:xfrm>
                  <a:off x="20656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4" name="Rectangle 118"/>
                <p:cNvSpPr>
                  <a:spLocks noChangeArrowheads="1"/>
                </p:cNvSpPr>
                <p:nvPr/>
              </p:nvSpPr>
              <p:spPr bwMode="auto">
                <a:xfrm>
                  <a:off x="21113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5" name="Rectangle 119"/>
                <p:cNvSpPr>
                  <a:spLocks noChangeArrowheads="1"/>
                </p:cNvSpPr>
                <p:nvPr/>
              </p:nvSpPr>
              <p:spPr bwMode="auto">
                <a:xfrm>
                  <a:off x="21570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6" name="Rectangle 120"/>
                <p:cNvSpPr>
                  <a:spLocks noChangeArrowheads="1"/>
                </p:cNvSpPr>
                <p:nvPr/>
              </p:nvSpPr>
              <p:spPr bwMode="auto">
                <a:xfrm>
                  <a:off x="22028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7" name="Rectangle 121"/>
                <p:cNvSpPr>
                  <a:spLocks noChangeArrowheads="1"/>
                </p:cNvSpPr>
                <p:nvPr/>
              </p:nvSpPr>
              <p:spPr bwMode="auto">
                <a:xfrm>
                  <a:off x="22485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8" name="Rectangle 122"/>
                <p:cNvSpPr>
                  <a:spLocks noChangeArrowheads="1"/>
                </p:cNvSpPr>
                <p:nvPr/>
              </p:nvSpPr>
              <p:spPr bwMode="auto">
                <a:xfrm>
                  <a:off x="22942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9" name="Rectangle 123"/>
                <p:cNvSpPr>
                  <a:spLocks noChangeArrowheads="1"/>
                </p:cNvSpPr>
                <p:nvPr/>
              </p:nvSpPr>
              <p:spPr bwMode="auto">
                <a:xfrm>
                  <a:off x="23399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0" name="Rectangle 124"/>
                <p:cNvSpPr>
                  <a:spLocks noChangeArrowheads="1"/>
                </p:cNvSpPr>
                <p:nvPr/>
              </p:nvSpPr>
              <p:spPr bwMode="auto">
                <a:xfrm>
                  <a:off x="23856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1" name="Rectangle 125"/>
                <p:cNvSpPr>
                  <a:spLocks noChangeArrowheads="1"/>
                </p:cNvSpPr>
                <p:nvPr/>
              </p:nvSpPr>
              <p:spPr bwMode="auto">
                <a:xfrm>
                  <a:off x="24314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2" name="Rectangle 126"/>
                <p:cNvSpPr>
                  <a:spLocks noChangeArrowheads="1"/>
                </p:cNvSpPr>
                <p:nvPr/>
              </p:nvSpPr>
              <p:spPr bwMode="auto">
                <a:xfrm>
                  <a:off x="24771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3" name="Rectangle 127"/>
                <p:cNvSpPr>
                  <a:spLocks noChangeArrowheads="1"/>
                </p:cNvSpPr>
                <p:nvPr/>
              </p:nvSpPr>
              <p:spPr bwMode="auto">
                <a:xfrm>
                  <a:off x="25228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4" name="Rectangle 128"/>
                <p:cNvSpPr>
                  <a:spLocks noChangeArrowheads="1"/>
                </p:cNvSpPr>
                <p:nvPr/>
              </p:nvSpPr>
              <p:spPr bwMode="auto">
                <a:xfrm>
                  <a:off x="25685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5" name="Rectangle 129"/>
                <p:cNvSpPr>
                  <a:spLocks noChangeArrowheads="1"/>
                </p:cNvSpPr>
                <p:nvPr/>
              </p:nvSpPr>
              <p:spPr bwMode="auto">
                <a:xfrm>
                  <a:off x="26142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6" name="Rectangle 130"/>
                <p:cNvSpPr>
                  <a:spLocks noChangeArrowheads="1"/>
                </p:cNvSpPr>
                <p:nvPr/>
              </p:nvSpPr>
              <p:spPr bwMode="auto">
                <a:xfrm>
                  <a:off x="26600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7" name="Rectangle 131"/>
                <p:cNvSpPr>
                  <a:spLocks noChangeArrowheads="1"/>
                </p:cNvSpPr>
                <p:nvPr/>
              </p:nvSpPr>
              <p:spPr bwMode="auto">
                <a:xfrm>
                  <a:off x="27057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8" name="Rectangle 132"/>
                <p:cNvSpPr>
                  <a:spLocks noChangeArrowheads="1"/>
                </p:cNvSpPr>
                <p:nvPr/>
              </p:nvSpPr>
              <p:spPr bwMode="auto">
                <a:xfrm>
                  <a:off x="27514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9" name="Rectangle 133"/>
                <p:cNvSpPr>
                  <a:spLocks noChangeArrowheads="1"/>
                </p:cNvSpPr>
                <p:nvPr/>
              </p:nvSpPr>
              <p:spPr bwMode="auto">
                <a:xfrm>
                  <a:off x="27971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0" name="Rectangle 134"/>
                <p:cNvSpPr>
                  <a:spLocks noChangeArrowheads="1"/>
                </p:cNvSpPr>
                <p:nvPr/>
              </p:nvSpPr>
              <p:spPr bwMode="auto">
                <a:xfrm>
                  <a:off x="28428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1" name="Rectangle 135"/>
                <p:cNvSpPr>
                  <a:spLocks noChangeArrowheads="1"/>
                </p:cNvSpPr>
                <p:nvPr/>
              </p:nvSpPr>
              <p:spPr bwMode="auto">
                <a:xfrm>
                  <a:off x="28886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2" name="Rectangle 136"/>
                <p:cNvSpPr>
                  <a:spLocks noChangeArrowheads="1"/>
                </p:cNvSpPr>
                <p:nvPr/>
              </p:nvSpPr>
              <p:spPr bwMode="auto">
                <a:xfrm>
                  <a:off x="29343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3" name="Rectangle 137"/>
                <p:cNvSpPr>
                  <a:spLocks noChangeArrowheads="1"/>
                </p:cNvSpPr>
                <p:nvPr/>
              </p:nvSpPr>
              <p:spPr bwMode="auto">
                <a:xfrm>
                  <a:off x="29800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4" name="Rectangle 138"/>
                <p:cNvSpPr>
                  <a:spLocks noChangeArrowheads="1"/>
                </p:cNvSpPr>
                <p:nvPr/>
              </p:nvSpPr>
              <p:spPr bwMode="auto">
                <a:xfrm>
                  <a:off x="30257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5" name="Rectangle 139"/>
                <p:cNvSpPr>
                  <a:spLocks noChangeArrowheads="1"/>
                </p:cNvSpPr>
                <p:nvPr/>
              </p:nvSpPr>
              <p:spPr bwMode="auto">
                <a:xfrm>
                  <a:off x="30714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6" name="Rectangle 140"/>
                <p:cNvSpPr>
                  <a:spLocks noChangeArrowheads="1"/>
                </p:cNvSpPr>
                <p:nvPr/>
              </p:nvSpPr>
              <p:spPr bwMode="auto">
                <a:xfrm>
                  <a:off x="18827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7" name="Rectangle 141"/>
                <p:cNvSpPr>
                  <a:spLocks noChangeArrowheads="1"/>
                </p:cNvSpPr>
                <p:nvPr/>
              </p:nvSpPr>
              <p:spPr bwMode="auto">
                <a:xfrm>
                  <a:off x="19284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8" name="Rectangle 142"/>
                <p:cNvSpPr>
                  <a:spLocks noChangeArrowheads="1"/>
                </p:cNvSpPr>
                <p:nvPr/>
              </p:nvSpPr>
              <p:spPr bwMode="auto">
                <a:xfrm>
                  <a:off x="19742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9" name="Rectangle 143"/>
                <p:cNvSpPr>
                  <a:spLocks noChangeArrowheads="1"/>
                </p:cNvSpPr>
                <p:nvPr/>
              </p:nvSpPr>
              <p:spPr bwMode="auto">
                <a:xfrm>
                  <a:off x="20199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0" name="Rectangle 144"/>
                <p:cNvSpPr>
                  <a:spLocks noChangeArrowheads="1"/>
                </p:cNvSpPr>
                <p:nvPr/>
              </p:nvSpPr>
              <p:spPr bwMode="auto">
                <a:xfrm>
                  <a:off x="20656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1" name="Rectangle 145"/>
                <p:cNvSpPr>
                  <a:spLocks noChangeArrowheads="1"/>
                </p:cNvSpPr>
                <p:nvPr/>
              </p:nvSpPr>
              <p:spPr bwMode="auto">
                <a:xfrm>
                  <a:off x="21113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2" name="Rectangle 146"/>
                <p:cNvSpPr>
                  <a:spLocks noChangeArrowheads="1"/>
                </p:cNvSpPr>
                <p:nvPr/>
              </p:nvSpPr>
              <p:spPr bwMode="auto">
                <a:xfrm>
                  <a:off x="21570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3" name="Rectangle 147"/>
                <p:cNvSpPr>
                  <a:spLocks noChangeArrowheads="1"/>
                </p:cNvSpPr>
                <p:nvPr/>
              </p:nvSpPr>
              <p:spPr bwMode="auto">
                <a:xfrm>
                  <a:off x="22028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4" name="Rectangle 148"/>
                <p:cNvSpPr>
                  <a:spLocks noChangeArrowheads="1"/>
                </p:cNvSpPr>
                <p:nvPr/>
              </p:nvSpPr>
              <p:spPr bwMode="auto">
                <a:xfrm>
                  <a:off x="22485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5" name="Rectangle 149"/>
                <p:cNvSpPr>
                  <a:spLocks noChangeArrowheads="1"/>
                </p:cNvSpPr>
                <p:nvPr/>
              </p:nvSpPr>
              <p:spPr bwMode="auto">
                <a:xfrm>
                  <a:off x="22942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6" name="Rectangle 150"/>
                <p:cNvSpPr>
                  <a:spLocks noChangeArrowheads="1"/>
                </p:cNvSpPr>
                <p:nvPr/>
              </p:nvSpPr>
              <p:spPr bwMode="auto">
                <a:xfrm>
                  <a:off x="23399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7" name="Rectangle 151"/>
                <p:cNvSpPr>
                  <a:spLocks noChangeArrowheads="1"/>
                </p:cNvSpPr>
                <p:nvPr/>
              </p:nvSpPr>
              <p:spPr bwMode="auto">
                <a:xfrm>
                  <a:off x="23856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8" name="Rectangle 152"/>
                <p:cNvSpPr>
                  <a:spLocks noChangeArrowheads="1"/>
                </p:cNvSpPr>
                <p:nvPr/>
              </p:nvSpPr>
              <p:spPr bwMode="auto">
                <a:xfrm>
                  <a:off x="24314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9" name="Rectangle 153"/>
                <p:cNvSpPr>
                  <a:spLocks noChangeArrowheads="1"/>
                </p:cNvSpPr>
                <p:nvPr/>
              </p:nvSpPr>
              <p:spPr bwMode="auto">
                <a:xfrm>
                  <a:off x="24771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0" name="Rectangle 154"/>
                <p:cNvSpPr>
                  <a:spLocks noChangeArrowheads="1"/>
                </p:cNvSpPr>
                <p:nvPr/>
              </p:nvSpPr>
              <p:spPr bwMode="auto">
                <a:xfrm>
                  <a:off x="25228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1" name="Rectangle 155"/>
                <p:cNvSpPr>
                  <a:spLocks noChangeArrowheads="1"/>
                </p:cNvSpPr>
                <p:nvPr/>
              </p:nvSpPr>
              <p:spPr bwMode="auto">
                <a:xfrm>
                  <a:off x="25685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2" name="Rectangle 156"/>
                <p:cNvSpPr>
                  <a:spLocks noChangeArrowheads="1"/>
                </p:cNvSpPr>
                <p:nvPr/>
              </p:nvSpPr>
              <p:spPr bwMode="auto">
                <a:xfrm>
                  <a:off x="26142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3" name="Rectangle 157"/>
                <p:cNvSpPr>
                  <a:spLocks noChangeArrowheads="1"/>
                </p:cNvSpPr>
                <p:nvPr/>
              </p:nvSpPr>
              <p:spPr bwMode="auto">
                <a:xfrm>
                  <a:off x="26600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4" name="Rectangle 158"/>
                <p:cNvSpPr>
                  <a:spLocks noChangeArrowheads="1"/>
                </p:cNvSpPr>
                <p:nvPr/>
              </p:nvSpPr>
              <p:spPr bwMode="auto">
                <a:xfrm>
                  <a:off x="27057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5" name="Rectangle 159"/>
                <p:cNvSpPr>
                  <a:spLocks noChangeArrowheads="1"/>
                </p:cNvSpPr>
                <p:nvPr/>
              </p:nvSpPr>
              <p:spPr bwMode="auto">
                <a:xfrm>
                  <a:off x="27514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6" name="Rectangle 160"/>
                <p:cNvSpPr>
                  <a:spLocks noChangeArrowheads="1"/>
                </p:cNvSpPr>
                <p:nvPr/>
              </p:nvSpPr>
              <p:spPr bwMode="auto">
                <a:xfrm>
                  <a:off x="27971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7" name="Rectangle 161"/>
                <p:cNvSpPr>
                  <a:spLocks noChangeArrowheads="1"/>
                </p:cNvSpPr>
                <p:nvPr/>
              </p:nvSpPr>
              <p:spPr bwMode="auto">
                <a:xfrm>
                  <a:off x="28428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8" name="Rectangle 162"/>
                <p:cNvSpPr>
                  <a:spLocks noChangeArrowheads="1"/>
                </p:cNvSpPr>
                <p:nvPr/>
              </p:nvSpPr>
              <p:spPr bwMode="auto">
                <a:xfrm>
                  <a:off x="28886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9" name="Rectangle 163"/>
                <p:cNvSpPr>
                  <a:spLocks noChangeArrowheads="1"/>
                </p:cNvSpPr>
                <p:nvPr/>
              </p:nvSpPr>
              <p:spPr bwMode="auto">
                <a:xfrm>
                  <a:off x="29343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0" name="Rectangle 164"/>
                <p:cNvSpPr>
                  <a:spLocks noChangeArrowheads="1"/>
                </p:cNvSpPr>
                <p:nvPr/>
              </p:nvSpPr>
              <p:spPr bwMode="auto">
                <a:xfrm>
                  <a:off x="29800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1" name="Rectangle 165"/>
                <p:cNvSpPr>
                  <a:spLocks noChangeArrowheads="1"/>
                </p:cNvSpPr>
                <p:nvPr/>
              </p:nvSpPr>
              <p:spPr bwMode="auto">
                <a:xfrm>
                  <a:off x="30257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2" name="Rectangle 166"/>
                <p:cNvSpPr>
                  <a:spLocks noChangeArrowheads="1"/>
                </p:cNvSpPr>
                <p:nvPr/>
              </p:nvSpPr>
              <p:spPr bwMode="auto">
                <a:xfrm>
                  <a:off x="30714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3" name="Rectangle 167"/>
                <p:cNvSpPr>
                  <a:spLocks noChangeArrowheads="1"/>
                </p:cNvSpPr>
                <p:nvPr/>
              </p:nvSpPr>
              <p:spPr bwMode="auto">
                <a:xfrm>
                  <a:off x="18827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4" name="Rectangle 168"/>
                <p:cNvSpPr>
                  <a:spLocks noChangeArrowheads="1"/>
                </p:cNvSpPr>
                <p:nvPr/>
              </p:nvSpPr>
              <p:spPr bwMode="auto">
                <a:xfrm>
                  <a:off x="19284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5" name="Rectangle 169"/>
                <p:cNvSpPr>
                  <a:spLocks noChangeArrowheads="1"/>
                </p:cNvSpPr>
                <p:nvPr/>
              </p:nvSpPr>
              <p:spPr bwMode="auto">
                <a:xfrm>
                  <a:off x="19742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6" name="Rectangle 170"/>
                <p:cNvSpPr>
                  <a:spLocks noChangeArrowheads="1"/>
                </p:cNvSpPr>
                <p:nvPr/>
              </p:nvSpPr>
              <p:spPr bwMode="auto">
                <a:xfrm>
                  <a:off x="20199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7" name="Rectangle 171"/>
                <p:cNvSpPr>
                  <a:spLocks noChangeArrowheads="1"/>
                </p:cNvSpPr>
                <p:nvPr/>
              </p:nvSpPr>
              <p:spPr bwMode="auto">
                <a:xfrm>
                  <a:off x="20656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8" name="Rectangle 172"/>
                <p:cNvSpPr>
                  <a:spLocks noChangeArrowheads="1"/>
                </p:cNvSpPr>
                <p:nvPr/>
              </p:nvSpPr>
              <p:spPr bwMode="auto">
                <a:xfrm>
                  <a:off x="21113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9" name="Rectangle 173"/>
                <p:cNvSpPr>
                  <a:spLocks noChangeArrowheads="1"/>
                </p:cNvSpPr>
                <p:nvPr/>
              </p:nvSpPr>
              <p:spPr bwMode="auto">
                <a:xfrm>
                  <a:off x="21570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0" name="Rectangle 174"/>
                <p:cNvSpPr>
                  <a:spLocks noChangeArrowheads="1"/>
                </p:cNvSpPr>
                <p:nvPr/>
              </p:nvSpPr>
              <p:spPr bwMode="auto">
                <a:xfrm>
                  <a:off x="22028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1" name="Rectangle 175"/>
                <p:cNvSpPr>
                  <a:spLocks noChangeArrowheads="1"/>
                </p:cNvSpPr>
                <p:nvPr/>
              </p:nvSpPr>
              <p:spPr bwMode="auto">
                <a:xfrm>
                  <a:off x="22485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2" name="Rectangle 176"/>
                <p:cNvSpPr>
                  <a:spLocks noChangeArrowheads="1"/>
                </p:cNvSpPr>
                <p:nvPr/>
              </p:nvSpPr>
              <p:spPr bwMode="auto">
                <a:xfrm>
                  <a:off x="22942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3" name="Rectangle 177"/>
                <p:cNvSpPr>
                  <a:spLocks noChangeArrowheads="1"/>
                </p:cNvSpPr>
                <p:nvPr/>
              </p:nvSpPr>
              <p:spPr bwMode="auto">
                <a:xfrm>
                  <a:off x="23399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4" name="Rectangle 178"/>
                <p:cNvSpPr>
                  <a:spLocks noChangeArrowheads="1"/>
                </p:cNvSpPr>
                <p:nvPr/>
              </p:nvSpPr>
              <p:spPr bwMode="auto">
                <a:xfrm>
                  <a:off x="23856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5" name="Rectangle 179"/>
                <p:cNvSpPr>
                  <a:spLocks noChangeArrowheads="1"/>
                </p:cNvSpPr>
                <p:nvPr/>
              </p:nvSpPr>
              <p:spPr bwMode="auto">
                <a:xfrm>
                  <a:off x="24314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6" name="Rectangle 180"/>
                <p:cNvSpPr>
                  <a:spLocks noChangeArrowheads="1"/>
                </p:cNvSpPr>
                <p:nvPr/>
              </p:nvSpPr>
              <p:spPr bwMode="auto">
                <a:xfrm>
                  <a:off x="24771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7" name="Rectangle 181"/>
                <p:cNvSpPr>
                  <a:spLocks noChangeArrowheads="1"/>
                </p:cNvSpPr>
                <p:nvPr/>
              </p:nvSpPr>
              <p:spPr bwMode="auto">
                <a:xfrm>
                  <a:off x="25228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8" name="Rectangle 182"/>
                <p:cNvSpPr>
                  <a:spLocks noChangeArrowheads="1"/>
                </p:cNvSpPr>
                <p:nvPr/>
              </p:nvSpPr>
              <p:spPr bwMode="auto">
                <a:xfrm>
                  <a:off x="25685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9" name="Rectangle 183"/>
                <p:cNvSpPr>
                  <a:spLocks noChangeArrowheads="1"/>
                </p:cNvSpPr>
                <p:nvPr/>
              </p:nvSpPr>
              <p:spPr bwMode="auto">
                <a:xfrm>
                  <a:off x="26142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0" name="Rectangle 184"/>
                <p:cNvSpPr>
                  <a:spLocks noChangeArrowheads="1"/>
                </p:cNvSpPr>
                <p:nvPr/>
              </p:nvSpPr>
              <p:spPr bwMode="auto">
                <a:xfrm>
                  <a:off x="26600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1" name="Rectangle 185"/>
                <p:cNvSpPr>
                  <a:spLocks noChangeArrowheads="1"/>
                </p:cNvSpPr>
                <p:nvPr/>
              </p:nvSpPr>
              <p:spPr bwMode="auto">
                <a:xfrm>
                  <a:off x="27057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2" name="Rectangle 186"/>
                <p:cNvSpPr>
                  <a:spLocks noChangeArrowheads="1"/>
                </p:cNvSpPr>
                <p:nvPr/>
              </p:nvSpPr>
              <p:spPr bwMode="auto">
                <a:xfrm>
                  <a:off x="27514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3" name="Rectangle 187"/>
                <p:cNvSpPr>
                  <a:spLocks noChangeArrowheads="1"/>
                </p:cNvSpPr>
                <p:nvPr/>
              </p:nvSpPr>
              <p:spPr bwMode="auto">
                <a:xfrm>
                  <a:off x="27971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4" name="Rectangle 188"/>
                <p:cNvSpPr>
                  <a:spLocks noChangeArrowheads="1"/>
                </p:cNvSpPr>
                <p:nvPr/>
              </p:nvSpPr>
              <p:spPr bwMode="auto">
                <a:xfrm>
                  <a:off x="28428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5" name="Rectangle 189"/>
                <p:cNvSpPr>
                  <a:spLocks noChangeArrowheads="1"/>
                </p:cNvSpPr>
                <p:nvPr/>
              </p:nvSpPr>
              <p:spPr bwMode="auto">
                <a:xfrm>
                  <a:off x="28886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6" name="Rectangle 190"/>
                <p:cNvSpPr>
                  <a:spLocks noChangeArrowheads="1"/>
                </p:cNvSpPr>
                <p:nvPr/>
              </p:nvSpPr>
              <p:spPr bwMode="auto">
                <a:xfrm>
                  <a:off x="29343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7" name="Rectangle 191"/>
                <p:cNvSpPr>
                  <a:spLocks noChangeArrowheads="1"/>
                </p:cNvSpPr>
                <p:nvPr/>
              </p:nvSpPr>
              <p:spPr bwMode="auto">
                <a:xfrm>
                  <a:off x="29800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8" name="Rectangle 192"/>
                <p:cNvSpPr>
                  <a:spLocks noChangeArrowheads="1"/>
                </p:cNvSpPr>
                <p:nvPr/>
              </p:nvSpPr>
              <p:spPr bwMode="auto">
                <a:xfrm>
                  <a:off x="30257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9" name="Rectangle 193"/>
                <p:cNvSpPr>
                  <a:spLocks noChangeArrowheads="1"/>
                </p:cNvSpPr>
                <p:nvPr/>
              </p:nvSpPr>
              <p:spPr bwMode="auto">
                <a:xfrm>
                  <a:off x="30714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0" name="Rectangle 194"/>
                <p:cNvSpPr>
                  <a:spLocks noChangeArrowheads="1"/>
                </p:cNvSpPr>
                <p:nvPr/>
              </p:nvSpPr>
              <p:spPr bwMode="auto">
                <a:xfrm>
                  <a:off x="18827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1" name="Rectangle 195"/>
                <p:cNvSpPr>
                  <a:spLocks noChangeArrowheads="1"/>
                </p:cNvSpPr>
                <p:nvPr/>
              </p:nvSpPr>
              <p:spPr bwMode="auto">
                <a:xfrm>
                  <a:off x="192849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2" name="Rectangle 196"/>
                <p:cNvSpPr>
                  <a:spLocks noChangeArrowheads="1"/>
                </p:cNvSpPr>
                <p:nvPr/>
              </p:nvSpPr>
              <p:spPr bwMode="auto">
                <a:xfrm>
                  <a:off x="197421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3" name="Rectangle 197"/>
                <p:cNvSpPr>
                  <a:spLocks noChangeArrowheads="1"/>
                </p:cNvSpPr>
                <p:nvPr/>
              </p:nvSpPr>
              <p:spPr bwMode="auto">
                <a:xfrm>
                  <a:off x="201993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4" name="Rectangle 198"/>
                <p:cNvSpPr>
                  <a:spLocks noChangeArrowheads="1"/>
                </p:cNvSpPr>
                <p:nvPr/>
              </p:nvSpPr>
              <p:spPr bwMode="auto">
                <a:xfrm>
                  <a:off x="206565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5" name="Rectangle 199"/>
                <p:cNvSpPr>
                  <a:spLocks noChangeArrowheads="1"/>
                </p:cNvSpPr>
                <p:nvPr/>
              </p:nvSpPr>
              <p:spPr bwMode="auto">
                <a:xfrm>
                  <a:off x="21113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6" name="Rectangle 200"/>
                <p:cNvSpPr>
                  <a:spLocks noChangeArrowheads="1"/>
                </p:cNvSpPr>
                <p:nvPr/>
              </p:nvSpPr>
              <p:spPr bwMode="auto">
                <a:xfrm>
                  <a:off x="215709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7" name="Rectangle 201"/>
                <p:cNvSpPr>
                  <a:spLocks noChangeArrowheads="1"/>
                </p:cNvSpPr>
                <p:nvPr/>
              </p:nvSpPr>
              <p:spPr bwMode="auto">
                <a:xfrm>
                  <a:off x="220281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8" name="Rectangle 202"/>
                <p:cNvSpPr>
                  <a:spLocks noChangeArrowheads="1"/>
                </p:cNvSpPr>
                <p:nvPr/>
              </p:nvSpPr>
              <p:spPr bwMode="auto">
                <a:xfrm>
                  <a:off x="224853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9" name="Rectangle 203"/>
                <p:cNvSpPr>
                  <a:spLocks noChangeArrowheads="1"/>
                </p:cNvSpPr>
                <p:nvPr/>
              </p:nvSpPr>
              <p:spPr bwMode="auto">
                <a:xfrm>
                  <a:off x="229425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0" name="Rectangle 204"/>
                <p:cNvSpPr>
                  <a:spLocks noChangeArrowheads="1"/>
                </p:cNvSpPr>
                <p:nvPr/>
              </p:nvSpPr>
              <p:spPr bwMode="auto">
                <a:xfrm>
                  <a:off x="23399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1" name="Rectangle 206"/>
                <p:cNvSpPr>
                  <a:spLocks noChangeArrowheads="1"/>
                </p:cNvSpPr>
                <p:nvPr/>
              </p:nvSpPr>
              <p:spPr bwMode="auto">
                <a:xfrm>
                  <a:off x="23856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2" name="Rectangle 207"/>
                <p:cNvSpPr>
                  <a:spLocks noChangeArrowheads="1"/>
                </p:cNvSpPr>
                <p:nvPr/>
              </p:nvSpPr>
              <p:spPr bwMode="auto">
                <a:xfrm>
                  <a:off x="24314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3" name="Rectangle 208"/>
                <p:cNvSpPr>
                  <a:spLocks noChangeArrowheads="1"/>
                </p:cNvSpPr>
                <p:nvPr/>
              </p:nvSpPr>
              <p:spPr bwMode="auto">
                <a:xfrm>
                  <a:off x="24771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4" name="Rectangle 209"/>
                <p:cNvSpPr>
                  <a:spLocks noChangeArrowheads="1"/>
                </p:cNvSpPr>
                <p:nvPr/>
              </p:nvSpPr>
              <p:spPr bwMode="auto">
                <a:xfrm>
                  <a:off x="25228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5" name="Rectangle 210"/>
                <p:cNvSpPr>
                  <a:spLocks noChangeArrowheads="1"/>
                </p:cNvSpPr>
                <p:nvPr/>
              </p:nvSpPr>
              <p:spPr bwMode="auto">
                <a:xfrm>
                  <a:off x="25685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6" name="Rectangle 211"/>
                <p:cNvSpPr>
                  <a:spLocks noChangeArrowheads="1"/>
                </p:cNvSpPr>
                <p:nvPr/>
              </p:nvSpPr>
              <p:spPr bwMode="auto">
                <a:xfrm>
                  <a:off x="26142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7" name="Rectangle 212"/>
                <p:cNvSpPr>
                  <a:spLocks noChangeArrowheads="1"/>
                </p:cNvSpPr>
                <p:nvPr/>
              </p:nvSpPr>
              <p:spPr bwMode="auto">
                <a:xfrm>
                  <a:off x="26600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8" name="Rectangle 213"/>
                <p:cNvSpPr>
                  <a:spLocks noChangeArrowheads="1"/>
                </p:cNvSpPr>
                <p:nvPr/>
              </p:nvSpPr>
              <p:spPr bwMode="auto">
                <a:xfrm>
                  <a:off x="27057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9" name="Rectangle 214"/>
                <p:cNvSpPr>
                  <a:spLocks noChangeArrowheads="1"/>
                </p:cNvSpPr>
                <p:nvPr/>
              </p:nvSpPr>
              <p:spPr bwMode="auto">
                <a:xfrm>
                  <a:off x="27514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0" name="Rectangle 215"/>
                <p:cNvSpPr>
                  <a:spLocks noChangeArrowheads="1"/>
                </p:cNvSpPr>
                <p:nvPr/>
              </p:nvSpPr>
              <p:spPr bwMode="auto">
                <a:xfrm>
                  <a:off x="27971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1" name="Rectangle 216"/>
                <p:cNvSpPr>
                  <a:spLocks noChangeArrowheads="1"/>
                </p:cNvSpPr>
                <p:nvPr/>
              </p:nvSpPr>
              <p:spPr bwMode="auto">
                <a:xfrm>
                  <a:off x="28428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2" name="Rectangle 217"/>
                <p:cNvSpPr>
                  <a:spLocks noChangeArrowheads="1"/>
                </p:cNvSpPr>
                <p:nvPr/>
              </p:nvSpPr>
              <p:spPr bwMode="auto">
                <a:xfrm>
                  <a:off x="28886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3" name="Rectangle 218"/>
                <p:cNvSpPr>
                  <a:spLocks noChangeArrowheads="1"/>
                </p:cNvSpPr>
                <p:nvPr/>
              </p:nvSpPr>
              <p:spPr bwMode="auto">
                <a:xfrm>
                  <a:off x="29343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4" name="Rectangle 219"/>
                <p:cNvSpPr>
                  <a:spLocks noChangeArrowheads="1"/>
                </p:cNvSpPr>
                <p:nvPr/>
              </p:nvSpPr>
              <p:spPr bwMode="auto">
                <a:xfrm>
                  <a:off x="29800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5" name="Rectangle 220"/>
                <p:cNvSpPr>
                  <a:spLocks noChangeArrowheads="1"/>
                </p:cNvSpPr>
                <p:nvPr/>
              </p:nvSpPr>
              <p:spPr bwMode="auto">
                <a:xfrm>
                  <a:off x="30257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6" name="Rectangle 221"/>
                <p:cNvSpPr>
                  <a:spLocks noChangeArrowheads="1"/>
                </p:cNvSpPr>
                <p:nvPr/>
              </p:nvSpPr>
              <p:spPr bwMode="auto">
                <a:xfrm>
                  <a:off x="30714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7" name="Rectangle 222"/>
                <p:cNvSpPr>
                  <a:spLocks noChangeArrowheads="1"/>
                </p:cNvSpPr>
                <p:nvPr/>
              </p:nvSpPr>
              <p:spPr bwMode="auto">
                <a:xfrm>
                  <a:off x="18827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8" name="Rectangle 223"/>
                <p:cNvSpPr>
                  <a:spLocks noChangeArrowheads="1"/>
                </p:cNvSpPr>
                <p:nvPr/>
              </p:nvSpPr>
              <p:spPr bwMode="auto">
                <a:xfrm>
                  <a:off x="19284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9" name="Rectangle 224"/>
                <p:cNvSpPr>
                  <a:spLocks noChangeArrowheads="1"/>
                </p:cNvSpPr>
                <p:nvPr/>
              </p:nvSpPr>
              <p:spPr bwMode="auto">
                <a:xfrm>
                  <a:off x="19742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0" name="Rectangle 225"/>
                <p:cNvSpPr>
                  <a:spLocks noChangeArrowheads="1"/>
                </p:cNvSpPr>
                <p:nvPr/>
              </p:nvSpPr>
              <p:spPr bwMode="auto">
                <a:xfrm>
                  <a:off x="20199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1" name="Rectangle 226"/>
                <p:cNvSpPr>
                  <a:spLocks noChangeArrowheads="1"/>
                </p:cNvSpPr>
                <p:nvPr/>
              </p:nvSpPr>
              <p:spPr bwMode="auto">
                <a:xfrm>
                  <a:off x="20656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2" name="Rectangle 227"/>
                <p:cNvSpPr>
                  <a:spLocks noChangeArrowheads="1"/>
                </p:cNvSpPr>
                <p:nvPr/>
              </p:nvSpPr>
              <p:spPr bwMode="auto">
                <a:xfrm>
                  <a:off x="21113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3" name="Rectangle 228"/>
                <p:cNvSpPr>
                  <a:spLocks noChangeArrowheads="1"/>
                </p:cNvSpPr>
                <p:nvPr/>
              </p:nvSpPr>
              <p:spPr bwMode="auto">
                <a:xfrm>
                  <a:off x="21570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4" name="Rectangle 229"/>
                <p:cNvSpPr>
                  <a:spLocks noChangeArrowheads="1"/>
                </p:cNvSpPr>
                <p:nvPr/>
              </p:nvSpPr>
              <p:spPr bwMode="auto">
                <a:xfrm>
                  <a:off x="22028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5" name="Rectangle 230"/>
                <p:cNvSpPr>
                  <a:spLocks noChangeArrowheads="1"/>
                </p:cNvSpPr>
                <p:nvPr/>
              </p:nvSpPr>
              <p:spPr bwMode="auto">
                <a:xfrm>
                  <a:off x="22485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6" name="Rectangle 231"/>
                <p:cNvSpPr>
                  <a:spLocks noChangeArrowheads="1"/>
                </p:cNvSpPr>
                <p:nvPr/>
              </p:nvSpPr>
              <p:spPr bwMode="auto">
                <a:xfrm>
                  <a:off x="22942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7" name="Rectangle 232"/>
                <p:cNvSpPr>
                  <a:spLocks noChangeArrowheads="1"/>
                </p:cNvSpPr>
                <p:nvPr/>
              </p:nvSpPr>
              <p:spPr bwMode="auto">
                <a:xfrm>
                  <a:off x="23399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8" name="Rectangle 233"/>
                <p:cNvSpPr>
                  <a:spLocks noChangeArrowheads="1"/>
                </p:cNvSpPr>
                <p:nvPr/>
              </p:nvSpPr>
              <p:spPr bwMode="auto">
                <a:xfrm>
                  <a:off x="23856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9" name="Rectangle 234"/>
                <p:cNvSpPr>
                  <a:spLocks noChangeArrowheads="1"/>
                </p:cNvSpPr>
                <p:nvPr/>
              </p:nvSpPr>
              <p:spPr bwMode="auto">
                <a:xfrm>
                  <a:off x="24314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0" name="Rectangle 235"/>
                <p:cNvSpPr>
                  <a:spLocks noChangeArrowheads="1"/>
                </p:cNvSpPr>
                <p:nvPr/>
              </p:nvSpPr>
              <p:spPr bwMode="auto">
                <a:xfrm>
                  <a:off x="24771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1" name="Rectangle 236"/>
                <p:cNvSpPr>
                  <a:spLocks noChangeArrowheads="1"/>
                </p:cNvSpPr>
                <p:nvPr/>
              </p:nvSpPr>
              <p:spPr bwMode="auto">
                <a:xfrm>
                  <a:off x="25228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2" name="Rectangle 237"/>
                <p:cNvSpPr>
                  <a:spLocks noChangeArrowheads="1"/>
                </p:cNvSpPr>
                <p:nvPr/>
              </p:nvSpPr>
              <p:spPr bwMode="auto">
                <a:xfrm>
                  <a:off x="25685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3" name="Rectangle 238"/>
                <p:cNvSpPr>
                  <a:spLocks noChangeArrowheads="1"/>
                </p:cNvSpPr>
                <p:nvPr/>
              </p:nvSpPr>
              <p:spPr bwMode="auto">
                <a:xfrm>
                  <a:off x="26142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4" name="Rectangle 239"/>
                <p:cNvSpPr>
                  <a:spLocks noChangeArrowheads="1"/>
                </p:cNvSpPr>
                <p:nvPr/>
              </p:nvSpPr>
              <p:spPr bwMode="auto">
                <a:xfrm>
                  <a:off x="26600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5" name="Rectangle 240"/>
                <p:cNvSpPr>
                  <a:spLocks noChangeArrowheads="1"/>
                </p:cNvSpPr>
                <p:nvPr/>
              </p:nvSpPr>
              <p:spPr bwMode="auto">
                <a:xfrm>
                  <a:off x="27057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6" name="Rectangle 241"/>
                <p:cNvSpPr>
                  <a:spLocks noChangeArrowheads="1"/>
                </p:cNvSpPr>
                <p:nvPr/>
              </p:nvSpPr>
              <p:spPr bwMode="auto">
                <a:xfrm>
                  <a:off x="27514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7" name="Rectangle 242"/>
                <p:cNvSpPr>
                  <a:spLocks noChangeArrowheads="1"/>
                </p:cNvSpPr>
                <p:nvPr/>
              </p:nvSpPr>
              <p:spPr bwMode="auto">
                <a:xfrm>
                  <a:off x="27971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8" name="Rectangle 243"/>
                <p:cNvSpPr>
                  <a:spLocks noChangeArrowheads="1"/>
                </p:cNvSpPr>
                <p:nvPr/>
              </p:nvSpPr>
              <p:spPr bwMode="auto">
                <a:xfrm>
                  <a:off x="28428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9" name="Rectangle 244"/>
                <p:cNvSpPr>
                  <a:spLocks noChangeArrowheads="1"/>
                </p:cNvSpPr>
                <p:nvPr/>
              </p:nvSpPr>
              <p:spPr bwMode="auto">
                <a:xfrm>
                  <a:off x="28886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0" name="Rectangle 245"/>
                <p:cNvSpPr>
                  <a:spLocks noChangeArrowheads="1"/>
                </p:cNvSpPr>
                <p:nvPr/>
              </p:nvSpPr>
              <p:spPr bwMode="auto">
                <a:xfrm>
                  <a:off x="29343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1" name="Rectangle 246"/>
                <p:cNvSpPr>
                  <a:spLocks noChangeArrowheads="1"/>
                </p:cNvSpPr>
                <p:nvPr/>
              </p:nvSpPr>
              <p:spPr bwMode="auto">
                <a:xfrm>
                  <a:off x="29800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2" name="Rectangle 247"/>
                <p:cNvSpPr>
                  <a:spLocks noChangeArrowheads="1"/>
                </p:cNvSpPr>
                <p:nvPr/>
              </p:nvSpPr>
              <p:spPr bwMode="auto">
                <a:xfrm>
                  <a:off x="30257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3" name="Rectangle 248"/>
                <p:cNvSpPr>
                  <a:spLocks noChangeArrowheads="1"/>
                </p:cNvSpPr>
                <p:nvPr/>
              </p:nvSpPr>
              <p:spPr bwMode="auto">
                <a:xfrm>
                  <a:off x="30714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4" name="Rectangle 249"/>
                <p:cNvSpPr>
                  <a:spLocks noChangeArrowheads="1"/>
                </p:cNvSpPr>
                <p:nvPr/>
              </p:nvSpPr>
              <p:spPr bwMode="auto">
                <a:xfrm>
                  <a:off x="18827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5" name="Rectangle 250"/>
                <p:cNvSpPr>
                  <a:spLocks noChangeArrowheads="1"/>
                </p:cNvSpPr>
                <p:nvPr/>
              </p:nvSpPr>
              <p:spPr bwMode="auto">
                <a:xfrm>
                  <a:off x="19284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6" name="Rectangle 251"/>
                <p:cNvSpPr>
                  <a:spLocks noChangeArrowheads="1"/>
                </p:cNvSpPr>
                <p:nvPr/>
              </p:nvSpPr>
              <p:spPr bwMode="auto">
                <a:xfrm>
                  <a:off x="19742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7" name="Rectangle 252"/>
                <p:cNvSpPr>
                  <a:spLocks noChangeArrowheads="1"/>
                </p:cNvSpPr>
                <p:nvPr/>
              </p:nvSpPr>
              <p:spPr bwMode="auto">
                <a:xfrm>
                  <a:off x="20199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8" name="Rectangle 253"/>
                <p:cNvSpPr>
                  <a:spLocks noChangeArrowheads="1"/>
                </p:cNvSpPr>
                <p:nvPr/>
              </p:nvSpPr>
              <p:spPr bwMode="auto">
                <a:xfrm>
                  <a:off x="20656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9" name="Rectangle 254"/>
                <p:cNvSpPr>
                  <a:spLocks noChangeArrowheads="1"/>
                </p:cNvSpPr>
                <p:nvPr/>
              </p:nvSpPr>
              <p:spPr bwMode="auto">
                <a:xfrm>
                  <a:off x="21113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0" name="Rectangle 255"/>
                <p:cNvSpPr>
                  <a:spLocks noChangeArrowheads="1"/>
                </p:cNvSpPr>
                <p:nvPr/>
              </p:nvSpPr>
              <p:spPr bwMode="auto">
                <a:xfrm>
                  <a:off x="21570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1" name="Rectangle 256"/>
                <p:cNvSpPr>
                  <a:spLocks noChangeArrowheads="1"/>
                </p:cNvSpPr>
                <p:nvPr/>
              </p:nvSpPr>
              <p:spPr bwMode="auto">
                <a:xfrm>
                  <a:off x="22028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2" name="Rectangle 257"/>
                <p:cNvSpPr>
                  <a:spLocks noChangeArrowheads="1"/>
                </p:cNvSpPr>
                <p:nvPr/>
              </p:nvSpPr>
              <p:spPr bwMode="auto">
                <a:xfrm>
                  <a:off x="22485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3" name="Rectangle 258"/>
                <p:cNvSpPr>
                  <a:spLocks noChangeArrowheads="1"/>
                </p:cNvSpPr>
                <p:nvPr/>
              </p:nvSpPr>
              <p:spPr bwMode="auto">
                <a:xfrm>
                  <a:off x="22942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4" name="Rectangle 259"/>
                <p:cNvSpPr>
                  <a:spLocks noChangeArrowheads="1"/>
                </p:cNvSpPr>
                <p:nvPr/>
              </p:nvSpPr>
              <p:spPr bwMode="auto">
                <a:xfrm>
                  <a:off x="23399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5" name="Rectangle 260"/>
                <p:cNvSpPr>
                  <a:spLocks noChangeArrowheads="1"/>
                </p:cNvSpPr>
                <p:nvPr/>
              </p:nvSpPr>
              <p:spPr bwMode="auto">
                <a:xfrm>
                  <a:off x="23856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6" name="Rectangle 261"/>
                <p:cNvSpPr>
                  <a:spLocks noChangeArrowheads="1"/>
                </p:cNvSpPr>
                <p:nvPr/>
              </p:nvSpPr>
              <p:spPr bwMode="auto">
                <a:xfrm>
                  <a:off x="24314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7" name="Rectangle 262"/>
                <p:cNvSpPr>
                  <a:spLocks noChangeArrowheads="1"/>
                </p:cNvSpPr>
                <p:nvPr/>
              </p:nvSpPr>
              <p:spPr bwMode="auto">
                <a:xfrm>
                  <a:off x="24771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8" name="Rectangle 263"/>
                <p:cNvSpPr>
                  <a:spLocks noChangeArrowheads="1"/>
                </p:cNvSpPr>
                <p:nvPr/>
              </p:nvSpPr>
              <p:spPr bwMode="auto">
                <a:xfrm>
                  <a:off x="25228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9" name="Rectangle 264"/>
                <p:cNvSpPr>
                  <a:spLocks noChangeArrowheads="1"/>
                </p:cNvSpPr>
                <p:nvPr/>
              </p:nvSpPr>
              <p:spPr bwMode="auto">
                <a:xfrm>
                  <a:off x="25685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0" name="Rectangle 265"/>
                <p:cNvSpPr>
                  <a:spLocks noChangeArrowheads="1"/>
                </p:cNvSpPr>
                <p:nvPr/>
              </p:nvSpPr>
              <p:spPr bwMode="auto">
                <a:xfrm>
                  <a:off x="26142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1" name="Rectangle 266"/>
                <p:cNvSpPr>
                  <a:spLocks noChangeArrowheads="1"/>
                </p:cNvSpPr>
                <p:nvPr/>
              </p:nvSpPr>
              <p:spPr bwMode="auto">
                <a:xfrm>
                  <a:off x="26600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2" name="Rectangle 267"/>
                <p:cNvSpPr>
                  <a:spLocks noChangeArrowheads="1"/>
                </p:cNvSpPr>
                <p:nvPr/>
              </p:nvSpPr>
              <p:spPr bwMode="auto">
                <a:xfrm>
                  <a:off x="27057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3" name="Rectangle 268"/>
                <p:cNvSpPr>
                  <a:spLocks noChangeArrowheads="1"/>
                </p:cNvSpPr>
                <p:nvPr/>
              </p:nvSpPr>
              <p:spPr bwMode="auto">
                <a:xfrm>
                  <a:off x="27514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4" name="Rectangle 269"/>
                <p:cNvSpPr>
                  <a:spLocks noChangeArrowheads="1"/>
                </p:cNvSpPr>
                <p:nvPr/>
              </p:nvSpPr>
              <p:spPr bwMode="auto">
                <a:xfrm>
                  <a:off x="27971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5" name="Rectangle 270"/>
                <p:cNvSpPr>
                  <a:spLocks noChangeArrowheads="1"/>
                </p:cNvSpPr>
                <p:nvPr/>
              </p:nvSpPr>
              <p:spPr bwMode="auto">
                <a:xfrm>
                  <a:off x="28428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6" name="Rectangle 271"/>
                <p:cNvSpPr>
                  <a:spLocks noChangeArrowheads="1"/>
                </p:cNvSpPr>
                <p:nvPr/>
              </p:nvSpPr>
              <p:spPr bwMode="auto">
                <a:xfrm>
                  <a:off x="28886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7" name="Rectangle 272"/>
                <p:cNvSpPr>
                  <a:spLocks noChangeArrowheads="1"/>
                </p:cNvSpPr>
                <p:nvPr/>
              </p:nvSpPr>
              <p:spPr bwMode="auto">
                <a:xfrm>
                  <a:off x="29343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8" name="Rectangle 273"/>
                <p:cNvSpPr>
                  <a:spLocks noChangeArrowheads="1"/>
                </p:cNvSpPr>
                <p:nvPr/>
              </p:nvSpPr>
              <p:spPr bwMode="auto">
                <a:xfrm>
                  <a:off x="29800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9" name="Rectangle 274"/>
                <p:cNvSpPr>
                  <a:spLocks noChangeArrowheads="1"/>
                </p:cNvSpPr>
                <p:nvPr/>
              </p:nvSpPr>
              <p:spPr bwMode="auto">
                <a:xfrm>
                  <a:off x="30257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0" name="Rectangle 275"/>
                <p:cNvSpPr>
                  <a:spLocks noChangeArrowheads="1"/>
                </p:cNvSpPr>
                <p:nvPr/>
              </p:nvSpPr>
              <p:spPr bwMode="auto">
                <a:xfrm>
                  <a:off x="30714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1" name="Rectangle 276"/>
                <p:cNvSpPr>
                  <a:spLocks noChangeArrowheads="1"/>
                </p:cNvSpPr>
                <p:nvPr/>
              </p:nvSpPr>
              <p:spPr bwMode="auto">
                <a:xfrm>
                  <a:off x="18827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2" name="Rectangle 277"/>
                <p:cNvSpPr>
                  <a:spLocks noChangeArrowheads="1"/>
                </p:cNvSpPr>
                <p:nvPr/>
              </p:nvSpPr>
              <p:spPr bwMode="auto">
                <a:xfrm>
                  <a:off x="19284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3" name="Rectangle 278"/>
                <p:cNvSpPr>
                  <a:spLocks noChangeArrowheads="1"/>
                </p:cNvSpPr>
                <p:nvPr/>
              </p:nvSpPr>
              <p:spPr bwMode="auto">
                <a:xfrm>
                  <a:off x="19742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4" name="Rectangle 279"/>
                <p:cNvSpPr>
                  <a:spLocks noChangeArrowheads="1"/>
                </p:cNvSpPr>
                <p:nvPr/>
              </p:nvSpPr>
              <p:spPr bwMode="auto">
                <a:xfrm>
                  <a:off x="20199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5" name="Rectangle 280"/>
                <p:cNvSpPr>
                  <a:spLocks noChangeArrowheads="1"/>
                </p:cNvSpPr>
                <p:nvPr/>
              </p:nvSpPr>
              <p:spPr bwMode="auto">
                <a:xfrm>
                  <a:off x="20656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6" name="Rectangle 281"/>
                <p:cNvSpPr>
                  <a:spLocks noChangeArrowheads="1"/>
                </p:cNvSpPr>
                <p:nvPr/>
              </p:nvSpPr>
              <p:spPr bwMode="auto">
                <a:xfrm>
                  <a:off x="21113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7" name="Rectangle 282"/>
                <p:cNvSpPr>
                  <a:spLocks noChangeArrowheads="1"/>
                </p:cNvSpPr>
                <p:nvPr/>
              </p:nvSpPr>
              <p:spPr bwMode="auto">
                <a:xfrm>
                  <a:off x="21570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8" name="Rectangle 283"/>
                <p:cNvSpPr>
                  <a:spLocks noChangeArrowheads="1"/>
                </p:cNvSpPr>
                <p:nvPr/>
              </p:nvSpPr>
              <p:spPr bwMode="auto">
                <a:xfrm>
                  <a:off x="22028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9" name="Rectangle 284"/>
                <p:cNvSpPr>
                  <a:spLocks noChangeArrowheads="1"/>
                </p:cNvSpPr>
                <p:nvPr/>
              </p:nvSpPr>
              <p:spPr bwMode="auto">
                <a:xfrm>
                  <a:off x="22485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0" name="Rectangle 285"/>
                <p:cNvSpPr>
                  <a:spLocks noChangeArrowheads="1"/>
                </p:cNvSpPr>
                <p:nvPr/>
              </p:nvSpPr>
              <p:spPr bwMode="auto">
                <a:xfrm>
                  <a:off x="22942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1" name="Rectangle 286"/>
                <p:cNvSpPr>
                  <a:spLocks noChangeArrowheads="1"/>
                </p:cNvSpPr>
                <p:nvPr/>
              </p:nvSpPr>
              <p:spPr bwMode="auto">
                <a:xfrm>
                  <a:off x="23399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2" name="Rectangle 287"/>
                <p:cNvSpPr>
                  <a:spLocks noChangeArrowheads="1"/>
                </p:cNvSpPr>
                <p:nvPr/>
              </p:nvSpPr>
              <p:spPr bwMode="auto">
                <a:xfrm>
                  <a:off x="23856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3" name="Rectangle 288"/>
                <p:cNvSpPr>
                  <a:spLocks noChangeArrowheads="1"/>
                </p:cNvSpPr>
                <p:nvPr/>
              </p:nvSpPr>
              <p:spPr bwMode="auto">
                <a:xfrm>
                  <a:off x="24314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4" name="Rectangle 289"/>
                <p:cNvSpPr>
                  <a:spLocks noChangeArrowheads="1"/>
                </p:cNvSpPr>
                <p:nvPr/>
              </p:nvSpPr>
              <p:spPr bwMode="auto">
                <a:xfrm>
                  <a:off x="24771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5" name="Rectangle 290"/>
                <p:cNvSpPr>
                  <a:spLocks noChangeArrowheads="1"/>
                </p:cNvSpPr>
                <p:nvPr/>
              </p:nvSpPr>
              <p:spPr bwMode="auto">
                <a:xfrm>
                  <a:off x="25228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6" name="Rectangle 291"/>
                <p:cNvSpPr>
                  <a:spLocks noChangeArrowheads="1"/>
                </p:cNvSpPr>
                <p:nvPr/>
              </p:nvSpPr>
              <p:spPr bwMode="auto">
                <a:xfrm>
                  <a:off x="25685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7" name="Rectangle 292"/>
                <p:cNvSpPr>
                  <a:spLocks noChangeArrowheads="1"/>
                </p:cNvSpPr>
                <p:nvPr/>
              </p:nvSpPr>
              <p:spPr bwMode="auto">
                <a:xfrm>
                  <a:off x="26142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8" name="Rectangle 293"/>
                <p:cNvSpPr>
                  <a:spLocks noChangeArrowheads="1"/>
                </p:cNvSpPr>
                <p:nvPr/>
              </p:nvSpPr>
              <p:spPr bwMode="auto">
                <a:xfrm>
                  <a:off x="26600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9" name="Rectangle 294"/>
                <p:cNvSpPr>
                  <a:spLocks noChangeArrowheads="1"/>
                </p:cNvSpPr>
                <p:nvPr/>
              </p:nvSpPr>
              <p:spPr bwMode="auto">
                <a:xfrm>
                  <a:off x="27057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0" name="Rectangle 295"/>
                <p:cNvSpPr>
                  <a:spLocks noChangeArrowheads="1"/>
                </p:cNvSpPr>
                <p:nvPr/>
              </p:nvSpPr>
              <p:spPr bwMode="auto">
                <a:xfrm>
                  <a:off x="27514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1" name="Rectangle 296"/>
                <p:cNvSpPr>
                  <a:spLocks noChangeArrowheads="1"/>
                </p:cNvSpPr>
                <p:nvPr/>
              </p:nvSpPr>
              <p:spPr bwMode="auto">
                <a:xfrm>
                  <a:off x="27971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2" name="Rectangle 297"/>
                <p:cNvSpPr>
                  <a:spLocks noChangeArrowheads="1"/>
                </p:cNvSpPr>
                <p:nvPr/>
              </p:nvSpPr>
              <p:spPr bwMode="auto">
                <a:xfrm>
                  <a:off x="28428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3" name="Rectangle 298"/>
                <p:cNvSpPr>
                  <a:spLocks noChangeArrowheads="1"/>
                </p:cNvSpPr>
                <p:nvPr/>
              </p:nvSpPr>
              <p:spPr bwMode="auto">
                <a:xfrm>
                  <a:off x="28886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4" name="Rectangle 299"/>
                <p:cNvSpPr>
                  <a:spLocks noChangeArrowheads="1"/>
                </p:cNvSpPr>
                <p:nvPr/>
              </p:nvSpPr>
              <p:spPr bwMode="auto">
                <a:xfrm>
                  <a:off x="29343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5" name="Rectangle 300"/>
                <p:cNvSpPr>
                  <a:spLocks noChangeArrowheads="1"/>
                </p:cNvSpPr>
                <p:nvPr/>
              </p:nvSpPr>
              <p:spPr bwMode="auto">
                <a:xfrm>
                  <a:off x="29800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6" name="Rectangle 301"/>
                <p:cNvSpPr>
                  <a:spLocks noChangeArrowheads="1"/>
                </p:cNvSpPr>
                <p:nvPr/>
              </p:nvSpPr>
              <p:spPr bwMode="auto">
                <a:xfrm>
                  <a:off x="30257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7" name="Rectangle 302"/>
                <p:cNvSpPr>
                  <a:spLocks noChangeArrowheads="1"/>
                </p:cNvSpPr>
                <p:nvPr/>
              </p:nvSpPr>
              <p:spPr bwMode="auto">
                <a:xfrm>
                  <a:off x="30714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8" name="Rectangle 303"/>
                <p:cNvSpPr>
                  <a:spLocks noChangeArrowheads="1"/>
                </p:cNvSpPr>
                <p:nvPr/>
              </p:nvSpPr>
              <p:spPr bwMode="auto">
                <a:xfrm>
                  <a:off x="18827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9" name="Rectangle 304"/>
                <p:cNvSpPr>
                  <a:spLocks noChangeArrowheads="1"/>
                </p:cNvSpPr>
                <p:nvPr/>
              </p:nvSpPr>
              <p:spPr bwMode="auto">
                <a:xfrm>
                  <a:off x="19284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0" name="Rectangle 305"/>
                <p:cNvSpPr>
                  <a:spLocks noChangeArrowheads="1"/>
                </p:cNvSpPr>
                <p:nvPr/>
              </p:nvSpPr>
              <p:spPr bwMode="auto">
                <a:xfrm>
                  <a:off x="19742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1" name="Rectangle 306"/>
                <p:cNvSpPr>
                  <a:spLocks noChangeArrowheads="1"/>
                </p:cNvSpPr>
                <p:nvPr/>
              </p:nvSpPr>
              <p:spPr bwMode="auto">
                <a:xfrm>
                  <a:off x="20199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2" name="Rectangle 307"/>
                <p:cNvSpPr>
                  <a:spLocks noChangeArrowheads="1"/>
                </p:cNvSpPr>
                <p:nvPr/>
              </p:nvSpPr>
              <p:spPr bwMode="auto">
                <a:xfrm>
                  <a:off x="20656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3" name="Rectangle 308"/>
                <p:cNvSpPr>
                  <a:spLocks noChangeArrowheads="1"/>
                </p:cNvSpPr>
                <p:nvPr/>
              </p:nvSpPr>
              <p:spPr bwMode="auto">
                <a:xfrm>
                  <a:off x="21113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4" name="Rectangle 309"/>
                <p:cNvSpPr>
                  <a:spLocks noChangeArrowheads="1"/>
                </p:cNvSpPr>
                <p:nvPr/>
              </p:nvSpPr>
              <p:spPr bwMode="auto">
                <a:xfrm>
                  <a:off x="21570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5" name="Rectangle 310"/>
                <p:cNvSpPr>
                  <a:spLocks noChangeArrowheads="1"/>
                </p:cNvSpPr>
                <p:nvPr/>
              </p:nvSpPr>
              <p:spPr bwMode="auto">
                <a:xfrm>
                  <a:off x="22028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6" name="Rectangle 311"/>
                <p:cNvSpPr>
                  <a:spLocks noChangeArrowheads="1"/>
                </p:cNvSpPr>
                <p:nvPr/>
              </p:nvSpPr>
              <p:spPr bwMode="auto">
                <a:xfrm>
                  <a:off x="22485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7" name="Rectangle 312"/>
                <p:cNvSpPr>
                  <a:spLocks noChangeArrowheads="1"/>
                </p:cNvSpPr>
                <p:nvPr/>
              </p:nvSpPr>
              <p:spPr bwMode="auto">
                <a:xfrm>
                  <a:off x="22942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8" name="Rectangle 313"/>
                <p:cNvSpPr>
                  <a:spLocks noChangeArrowheads="1"/>
                </p:cNvSpPr>
                <p:nvPr/>
              </p:nvSpPr>
              <p:spPr bwMode="auto">
                <a:xfrm>
                  <a:off x="23399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9" name="Rectangle 314"/>
                <p:cNvSpPr>
                  <a:spLocks noChangeArrowheads="1"/>
                </p:cNvSpPr>
                <p:nvPr/>
              </p:nvSpPr>
              <p:spPr bwMode="auto">
                <a:xfrm>
                  <a:off x="23856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0" name="Rectangle 315"/>
                <p:cNvSpPr>
                  <a:spLocks noChangeArrowheads="1"/>
                </p:cNvSpPr>
                <p:nvPr/>
              </p:nvSpPr>
              <p:spPr bwMode="auto">
                <a:xfrm>
                  <a:off x="24314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1" name="Rectangle 316"/>
                <p:cNvSpPr>
                  <a:spLocks noChangeArrowheads="1"/>
                </p:cNvSpPr>
                <p:nvPr/>
              </p:nvSpPr>
              <p:spPr bwMode="auto">
                <a:xfrm>
                  <a:off x="24771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2" name="Rectangle 317"/>
                <p:cNvSpPr>
                  <a:spLocks noChangeArrowheads="1"/>
                </p:cNvSpPr>
                <p:nvPr/>
              </p:nvSpPr>
              <p:spPr bwMode="auto">
                <a:xfrm>
                  <a:off x="25228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3" name="Rectangle 318"/>
                <p:cNvSpPr>
                  <a:spLocks noChangeArrowheads="1"/>
                </p:cNvSpPr>
                <p:nvPr/>
              </p:nvSpPr>
              <p:spPr bwMode="auto">
                <a:xfrm>
                  <a:off x="25685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4" name="Rectangle 319"/>
                <p:cNvSpPr>
                  <a:spLocks noChangeArrowheads="1"/>
                </p:cNvSpPr>
                <p:nvPr/>
              </p:nvSpPr>
              <p:spPr bwMode="auto">
                <a:xfrm>
                  <a:off x="26142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5" name="Rectangle 320"/>
                <p:cNvSpPr>
                  <a:spLocks noChangeArrowheads="1"/>
                </p:cNvSpPr>
                <p:nvPr/>
              </p:nvSpPr>
              <p:spPr bwMode="auto">
                <a:xfrm>
                  <a:off x="26600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6" name="Rectangle 321"/>
                <p:cNvSpPr>
                  <a:spLocks noChangeArrowheads="1"/>
                </p:cNvSpPr>
                <p:nvPr/>
              </p:nvSpPr>
              <p:spPr bwMode="auto">
                <a:xfrm>
                  <a:off x="27057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7" name="Rectangle 322"/>
                <p:cNvSpPr>
                  <a:spLocks noChangeArrowheads="1"/>
                </p:cNvSpPr>
                <p:nvPr/>
              </p:nvSpPr>
              <p:spPr bwMode="auto">
                <a:xfrm>
                  <a:off x="27514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8" name="Rectangle 323"/>
                <p:cNvSpPr>
                  <a:spLocks noChangeArrowheads="1"/>
                </p:cNvSpPr>
                <p:nvPr/>
              </p:nvSpPr>
              <p:spPr bwMode="auto">
                <a:xfrm>
                  <a:off x="27971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9" name="Rectangle 324"/>
                <p:cNvSpPr>
                  <a:spLocks noChangeArrowheads="1"/>
                </p:cNvSpPr>
                <p:nvPr/>
              </p:nvSpPr>
              <p:spPr bwMode="auto">
                <a:xfrm>
                  <a:off x="28428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0" name="Rectangle 325"/>
                <p:cNvSpPr>
                  <a:spLocks noChangeArrowheads="1"/>
                </p:cNvSpPr>
                <p:nvPr/>
              </p:nvSpPr>
              <p:spPr bwMode="auto">
                <a:xfrm>
                  <a:off x="28886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1" name="Rectangle 326"/>
                <p:cNvSpPr>
                  <a:spLocks noChangeArrowheads="1"/>
                </p:cNvSpPr>
                <p:nvPr/>
              </p:nvSpPr>
              <p:spPr bwMode="auto">
                <a:xfrm>
                  <a:off x="29343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2" name="Rectangle 327"/>
                <p:cNvSpPr>
                  <a:spLocks noChangeArrowheads="1"/>
                </p:cNvSpPr>
                <p:nvPr/>
              </p:nvSpPr>
              <p:spPr bwMode="auto">
                <a:xfrm>
                  <a:off x="29800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3" name="Rectangle 328"/>
                <p:cNvSpPr>
                  <a:spLocks noChangeArrowheads="1"/>
                </p:cNvSpPr>
                <p:nvPr/>
              </p:nvSpPr>
              <p:spPr bwMode="auto">
                <a:xfrm>
                  <a:off x="30257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4" name="Rectangle 329"/>
                <p:cNvSpPr>
                  <a:spLocks noChangeArrowheads="1"/>
                </p:cNvSpPr>
                <p:nvPr/>
              </p:nvSpPr>
              <p:spPr bwMode="auto">
                <a:xfrm>
                  <a:off x="30714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5" name="Rectangle 330"/>
                <p:cNvSpPr>
                  <a:spLocks noChangeArrowheads="1"/>
                </p:cNvSpPr>
                <p:nvPr/>
              </p:nvSpPr>
              <p:spPr bwMode="auto">
                <a:xfrm>
                  <a:off x="18827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6" name="Rectangle 331"/>
                <p:cNvSpPr>
                  <a:spLocks noChangeArrowheads="1"/>
                </p:cNvSpPr>
                <p:nvPr/>
              </p:nvSpPr>
              <p:spPr bwMode="auto">
                <a:xfrm>
                  <a:off x="19284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7" name="Rectangle 332"/>
                <p:cNvSpPr>
                  <a:spLocks noChangeArrowheads="1"/>
                </p:cNvSpPr>
                <p:nvPr/>
              </p:nvSpPr>
              <p:spPr bwMode="auto">
                <a:xfrm>
                  <a:off x="19742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8" name="Rectangle 333"/>
                <p:cNvSpPr>
                  <a:spLocks noChangeArrowheads="1"/>
                </p:cNvSpPr>
                <p:nvPr/>
              </p:nvSpPr>
              <p:spPr bwMode="auto">
                <a:xfrm>
                  <a:off x="20199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9" name="Rectangle 334"/>
                <p:cNvSpPr>
                  <a:spLocks noChangeArrowheads="1"/>
                </p:cNvSpPr>
                <p:nvPr/>
              </p:nvSpPr>
              <p:spPr bwMode="auto">
                <a:xfrm>
                  <a:off x="20656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0" name="Rectangle 335"/>
                <p:cNvSpPr>
                  <a:spLocks noChangeArrowheads="1"/>
                </p:cNvSpPr>
                <p:nvPr/>
              </p:nvSpPr>
              <p:spPr bwMode="auto">
                <a:xfrm>
                  <a:off x="21113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1" name="Rectangle 336"/>
                <p:cNvSpPr>
                  <a:spLocks noChangeArrowheads="1"/>
                </p:cNvSpPr>
                <p:nvPr/>
              </p:nvSpPr>
              <p:spPr bwMode="auto">
                <a:xfrm>
                  <a:off x="21570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2" name="Rectangle 337"/>
                <p:cNvSpPr>
                  <a:spLocks noChangeArrowheads="1"/>
                </p:cNvSpPr>
                <p:nvPr/>
              </p:nvSpPr>
              <p:spPr bwMode="auto">
                <a:xfrm>
                  <a:off x="22028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3" name="Rectangle 338"/>
                <p:cNvSpPr>
                  <a:spLocks noChangeArrowheads="1"/>
                </p:cNvSpPr>
                <p:nvPr/>
              </p:nvSpPr>
              <p:spPr bwMode="auto">
                <a:xfrm>
                  <a:off x="22485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4" name="Rectangle 339"/>
                <p:cNvSpPr>
                  <a:spLocks noChangeArrowheads="1"/>
                </p:cNvSpPr>
                <p:nvPr/>
              </p:nvSpPr>
              <p:spPr bwMode="auto">
                <a:xfrm>
                  <a:off x="22942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5" name="Rectangle 340"/>
                <p:cNvSpPr>
                  <a:spLocks noChangeArrowheads="1"/>
                </p:cNvSpPr>
                <p:nvPr/>
              </p:nvSpPr>
              <p:spPr bwMode="auto">
                <a:xfrm>
                  <a:off x="23399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6" name="Rectangle 341"/>
                <p:cNvSpPr>
                  <a:spLocks noChangeArrowheads="1"/>
                </p:cNvSpPr>
                <p:nvPr/>
              </p:nvSpPr>
              <p:spPr bwMode="auto">
                <a:xfrm>
                  <a:off x="23856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7" name="Rectangle 342"/>
                <p:cNvSpPr>
                  <a:spLocks noChangeArrowheads="1"/>
                </p:cNvSpPr>
                <p:nvPr/>
              </p:nvSpPr>
              <p:spPr bwMode="auto">
                <a:xfrm>
                  <a:off x="24314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8" name="Rectangle 343"/>
                <p:cNvSpPr>
                  <a:spLocks noChangeArrowheads="1"/>
                </p:cNvSpPr>
                <p:nvPr/>
              </p:nvSpPr>
              <p:spPr bwMode="auto">
                <a:xfrm>
                  <a:off x="24771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9" name="Rectangle 344"/>
                <p:cNvSpPr>
                  <a:spLocks noChangeArrowheads="1"/>
                </p:cNvSpPr>
                <p:nvPr/>
              </p:nvSpPr>
              <p:spPr bwMode="auto">
                <a:xfrm>
                  <a:off x="25228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0" name="Rectangle 345"/>
                <p:cNvSpPr>
                  <a:spLocks noChangeArrowheads="1"/>
                </p:cNvSpPr>
                <p:nvPr/>
              </p:nvSpPr>
              <p:spPr bwMode="auto">
                <a:xfrm>
                  <a:off x="25685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1" name="Rectangle 346"/>
                <p:cNvSpPr>
                  <a:spLocks noChangeArrowheads="1"/>
                </p:cNvSpPr>
                <p:nvPr/>
              </p:nvSpPr>
              <p:spPr bwMode="auto">
                <a:xfrm>
                  <a:off x="26142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2" name="Rectangle 347"/>
                <p:cNvSpPr>
                  <a:spLocks noChangeArrowheads="1"/>
                </p:cNvSpPr>
                <p:nvPr/>
              </p:nvSpPr>
              <p:spPr bwMode="auto">
                <a:xfrm>
                  <a:off x="26600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3" name="Rectangle 348"/>
                <p:cNvSpPr>
                  <a:spLocks noChangeArrowheads="1"/>
                </p:cNvSpPr>
                <p:nvPr/>
              </p:nvSpPr>
              <p:spPr bwMode="auto">
                <a:xfrm>
                  <a:off x="27057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4" name="Rectangle 349"/>
                <p:cNvSpPr>
                  <a:spLocks noChangeArrowheads="1"/>
                </p:cNvSpPr>
                <p:nvPr/>
              </p:nvSpPr>
              <p:spPr bwMode="auto">
                <a:xfrm>
                  <a:off x="27514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5" name="Rectangle 350"/>
                <p:cNvSpPr>
                  <a:spLocks noChangeArrowheads="1"/>
                </p:cNvSpPr>
                <p:nvPr/>
              </p:nvSpPr>
              <p:spPr bwMode="auto">
                <a:xfrm>
                  <a:off x="27971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6" name="Rectangle 351"/>
                <p:cNvSpPr>
                  <a:spLocks noChangeArrowheads="1"/>
                </p:cNvSpPr>
                <p:nvPr/>
              </p:nvSpPr>
              <p:spPr bwMode="auto">
                <a:xfrm>
                  <a:off x="28428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7" name="Rectangle 352"/>
                <p:cNvSpPr>
                  <a:spLocks noChangeArrowheads="1"/>
                </p:cNvSpPr>
                <p:nvPr/>
              </p:nvSpPr>
              <p:spPr bwMode="auto">
                <a:xfrm>
                  <a:off x="28886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8" name="Rectangle 353"/>
                <p:cNvSpPr>
                  <a:spLocks noChangeArrowheads="1"/>
                </p:cNvSpPr>
                <p:nvPr/>
              </p:nvSpPr>
              <p:spPr bwMode="auto">
                <a:xfrm>
                  <a:off x="29343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9" name="Rectangle 354"/>
                <p:cNvSpPr>
                  <a:spLocks noChangeArrowheads="1"/>
                </p:cNvSpPr>
                <p:nvPr/>
              </p:nvSpPr>
              <p:spPr bwMode="auto">
                <a:xfrm>
                  <a:off x="29800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0" name="Rectangle 355"/>
                <p:cNvSpPr>
                  <a:spLocks noChangeArrowheads="1"/>
                </p:cNvSpPr>
                <p:nvPr/>
              </p:nvSpPr>
              <p:spPr bwMode="auto">
                <a:xfrm>
                  <a:off x="30257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1" name="Rectangle 356"/>
                <p:cNvSpPr>
                  <a:spLocks noChangeArrowheads="1"/>
                </p:cNvSpPr>
                <p:nvPr/>
              </p:nvSpPr>
              <p:spPr bwMode="auto">
                <a:xfrm>
                  <a:off x="30714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2" name="Rectangle 357"/>
                <p:cNvSpPr>
                  <a:spLocks noChangeArrowheads="1"/>
                </p:cNvSpPr>
                <p:nvPr/>
              </p:nvSpPr>
              <p:spPr bwMode="auto">
                <a:xfrm>
                  <a:off x="18827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3" name="Rectangle 358"/>
                <p:cNvSpPr>
                  <a:spLocks noChangeArrowheads="1"/>
                </p:cNvSpPr>
                <p:nvPr/>
              </p:nvSpPr>
              <p:spPr bwMode="auto">
                <a:xfrm>
                  <a:off x="19284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4" name="Rectangle 359"/>
                <p:cNvSpPr>
                  <a:spLocks noChangeArrowheads="1"/>
                </p:cNvSpPr>
                <p:nvPr/>
              </p:nvSpPr>
              <p:spPr bwMode="auto">
                <a:xfrm>
                  <a:off x="19742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5" name="Rectangle 360"/>
                <p:cNvSpPr>
                  <a:spLocks noChangeArrowheads="1"/>
                </p:cNvSpPr>
                <p:nvPr/>
              </p:nvSpPr>
              <p:spPr bwMode="auto">
                <a:xfrm>
                  <a:off x="20199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6" name="Rectangle 361"/>
                <p:cNvSpPr>
                  <a:spLocks noChangeArrowheads="1"/>
                </p:cNvSpPr>
                <p:nvPr/>
              </p:nvSpPr>
              <p:spPr bwMode="auto">
                <a:xfrm>
                  <a:off x="20656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7" name="Rectangle 362"/>
                <p:cNvSpPr>
                  <a:spLocks noChangeArrowheads="1"/>
                </p:cNvSpPr>
                <p:nvPr/>
              </p:nvSpPr>
              <p:spPr bwMode="auto">
                <a:xfrm>
                  <a:off x="21113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8" name="Rectangle 363"/>
                <p:cNvSpPr>
                  <a:spLocks noChangeArrowheads="1"/>
                </p:cNvSpPr>
                <p:nvPr/>
              </p:nvSpPr>
              <p:spPr bwMode="auto">
                <a:xfrm>
                  <a:off x="21570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9" name="Rectangle 364"/>
                <p:cNvSpPr>
                  <a:spLocks noChangeArrowheads="1"/>
                </p:cNvSpPr>
                <p:nvPr/>
              </p:nvSpPr>
              <p:spPr bwMode="auto">
                <a:xfrm>
                  <a:off x="22028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0" name="Rectangle 365"/>
                <p:cNvSpPr>
                  <a:spLocks noChangeArrowheads="1"/>
                </p:cNvSpPr>
                <p:nvPr/>
              </p:nvSpPr>
              <p:spPr bwMode="auto">
                <a:xfrm>
                  <a:off x="22485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1" name="Rectangle 366"/>
                <p:cNvSpPr>
                  <a:spLocks noChangeArrowheads="1"/>
                </p:cNvSpPr>
                <p:nvPr/>
              </p:nvSpPr>
              <p:spPr bwMode="auto">
                <a:xfrm>
                  <a:off x="22942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2" name="Rectangle 367"/>
                <p:cNvSpPr>
                  <a:spLocks noChangeArrowheads="1"/>
                </p:cNvSpPr>
                <p:nvPr/>
              </p:nvSpPr>
              <p:spPr bwMode="auto">
                <a:xfrm>
                  <a:off x="23399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3" name="Rectangle 368"/>
                <p:cNvSpPr>
                  <a:spLocks noChangeArrowheads="1"/>
                </p:cNvSpPr>
                <p:nvPr/>
              </p:nvSpPr>
              <p:spPr bwMode="auto">
                <a:xfrm>
                  <a:off x="23856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4" name="Rectangle 369"/>
                <p:cNvSpPr>
                  <a:spLocks noChangeArrowheads="1"/>
                </p:cNvSpPr>
                <p:nvPr/>
              </p:nvSpPr>
              <p:spPr bwMode="auto">
                <a:xfrm>
                  <a:off x="24314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5" name="Rectangle 370"/>
                <p:cNvSpPr>
                  <a:spLocks noChangeArrowheads="1"/>
                </p:cNvSpPr>
                <p:nvPr/>
              </p:nvSpPr>
              <p:spPr bwMode="auto">
                <a:xfrm>
                  <a:off x="24771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6" name="Rectangle 371"/>
                <p:cNvSpPr>
                  <a:spLocks noChangeArrowheads="1"/>
                </p:cNvSpPr>
                <p:nvPr/>
              </p:nvSpPr>
              <p:spPr bwMode="auto">
                <a:xfrm>
                  <a:off x="25228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7" name="Rectangle 372"/>
                <p:cNvSpPr>
                  <a:spLocks noChangeArrowheads="1"/>
                </p:cNvSpPr>
                <p:nvPr/>
              </p:nvSpPr>
              <p:spPr bwMode="auto">
                <a:xfrm>
                  <a:off x="25685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8" name="Rectangle 373"/>
                <p:cNvSpPr>
                  <a:spLocks noChangeArrowheads="1"/>
                </p:cNvSpPr>
                <p:nvPr/>
              </p:nvSpPr>
              <p:spPr bwMode="auto">
                <a:xfrm>
                  <a:off x="26142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9" name="Rectangle 374"/>
                <p:cNvSpPr>
                  <a:spLocks noChangeArrowheads="1"/>
                </p:cNvSpPr>
                <p:nvPr/>
              </p:nvSpPr>
              <p:spPr bwMode="auto">
                <a:xfrm>
                  <a:off x="26600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0" name="Rectangle 375"/>
                <p:cNvSpPr>
                  <a:spLocks noChangeArrowheads="1"/>
                </p:cNvSpPr>
                <p:nvPr/>
              </p:nvSpPr>
              <p:spPr bwMode="auto">
                <a:xfrm>
                  <a:off x="27057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1" name="Rectangle 376"/>
                <p:cNvSpPr>
                  <a:spLocks noChangeArrowheads="1"/>
                </p:cNvSpPr>
                <p:nvPr/>
              </p:nvSpPr>
              <p:spPr bwMode="auto">
                <a:xfrm>
                  <a:off x="27514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2" name="Rectangle 377"/>
                <p:cNvSpPr>
                  <a:spLocks noChangeArrowheads="1"/>
                </p:cNvSpPr>
                <p:nvPr/>
              </p:nvSpPr>
              <p:spPr bwMode="auto">
                <a:xfrm>
                  <a:off x="27971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3" name="Rectangle 378"/>
                <p:cNvSpPr>
                  <a:spLocks noChangeArrowheads="1"/>
                </p:cNvSpPr>
                <p:nvPr/>
              </p:nvSpPr>
              <p:spPr bwMode="auto">
                <a:xfrm>
                  <a:off x="28428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4" name="Rectangle 379"/>
                <p:cNvSpPr>
                  <a:spLocks noChangeArrowheads="1"/>
                </p:cNvSpPr>
                <p:nvPr/>
              </p:nvSpPr>
              <p:spPr bwMode="auto">
                <a:xfrm>
                  <a:off x="28886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5" name="Rectangle 380"/>
                <p:cNvSpPr>
                  <a:spLocks noChangeArrowheads="1"/>
                </p:cNvSpPr>
                <p:nvPr/>
              </p:nvSpPr>
              <p:spPr bwMode="auto">
                <a:xfrm>
                  <a:off x="29343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6" name="Rectangle 381"/>
                <p:cNvSpPr>
                  <a:spLocks noChangeArrowheads="1"/>
                </p:cNvSpPr>
                <p:nvPr/>
              </p:nvSpPr>
              <p:spPr bwMode="auto">
                <a:xfrm>
                  <a:off x="29800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7" name="Rectangle 382"/>
                <p:cNvSpPr>
                  <a:spLocks noChangeArrowheads="1"/>
                </p:cNvSpPr>
                <p:nvPr/>
              </p:nvSpPr>
              <p:spPr bwMode="auto">
                <a:xfrm>
                  <a:off x="30257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8" name="Rectangle 383"/>
                <p:cNvSpPr>
                  <a:spLocks noChangeArrowheads="1"/>
                </p:cNvSpPr>
                <p:nvPr/>
              </p:nvSpPr>
              <p:spPr bwMode="auto">
                <a:xfrm>
                  <a:off x="30714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9" name="Rectangle 384"/>
                <p:cNvSpPr>
                  <a:spLocks noChangeArrowheads="1"/>
                </p:cNvSpPr>
                <p:nvPr/>
              </p:nvSpPr>
              <p:spPr bwMode="auto">
                <a:xfrm>
                  <a:off x="18827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0" name="Rectangle 385"/>
                <p:cNvSpPr>
                  <a:spLocks noChangeArrowheads="1"/>
                </p:cNvSpPr>
                <p:nvPr/>
              </p:nvSpPr>
              <p:spPr bwMode="auto">
                <a:xfrm>
                  <a:off x="19284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1" name="Rectangle 386"/>
                <p:cNvSpPr>
                  <a:spLocks noChangeArrowheads="1"/>
                </p:cNvSpPr>
                <p:nvPr/>
              </p:nvSpPr>
              <p:spPr bwMode="auto">
                <a:xfrm>
                  <a:off x="19742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2" name="Rectangle 387"/>
                <p:cNvSpPr>
                  <a:spLocks noChangeArrowheads="1"/>
                </p:cNvSpPr>
                <p:nvPr/>
              </p:nvSpPr>
              <p:spPr bwMode="auto">
                <a:xfrm>
                  <a:off x="20199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3" name="Rectangle 388"/>
                <p:cNvSpPr>
                  <a:spLocks noChangeArrowheads="1"/>
                </p:cNvSpPr>
                <p:nvPr/>
              </p:nvSpPr>
              <p:spPr bwMode="auto">
                <a:xfrm>
                  <a:off x="20656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4" name="Rectangle 389"/>
                <p:cNvSpPr>
                  <a:spLocks noChangeArrowheads="1"/>
                </p:cNvSpPr>
                <p:nvPr/>
              </p:nvSpPr>
              <p:spPr bwMode="auto">
                <a:xfrm>
                  <a:off x="21113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5" name="Rectangle 390"/>
                <p:cNvSpPr>
                  <a:spLocks noChangeArrowheads="1"/>
                </p:cNvSpPr>
                <p:nvPr/>
              </p:nvSpPr>
              <p:spPr bwMode="auto">
                <a:xfrm>
                  <a:off x="21570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6" name="Rectangle 391"/>
                <p:cNvSpPr>
                  <a:spLocks noChangeArrowheads="1"/>
                </p:cNvSpPr>
                <p:nvPr/>
              </p:nvSpPr>
              <p:spPr bwMode="auto">
                <a:xfrm>
                  <a:off x="22028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7" name="Rectangle 392"/>
                <p:cNvSpPr>
                  <a:spLocks noChangeArrowheads="1"/>
                </p:cNvSpPr>
                <p:nvPr/>
              </p:nvSpPr>
              <p:spPr bwMode="auto">
                <a:xfrm>
                  <a:off x="22485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8" name="Rectangle 393"/>
                <p:cNvSpPr>
                  <a:spLocks noChangeArrowheads="1"/>
                </p:cNvSpPr>
                <p:nvPr/>
              </p:nvSpPr>
              <p:spPr bwMode="auto">
                <a:xfrm>
                  <a:off x="22942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9" name="Rectangle 394"/>
                <p:cNvSpPr>
                  <a:spLocks noChangeArrowheads="1"/>
                </p:cNvSpPr>
                <p:nvPr/>
              </p:nvSpPr>
              <p:spPr bwMode="auto">
                <a:xfrm>
                  <a:off x="23399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0" name="Rectangle 395"/>
                <p:cNvSpPr>
                  <a:spLocks noChangeArrowheads="1"/>
                </p:cNvSpPr>
                <p:nvPr/>
              </p:nvSpPr>
              <p:spPr bwMode="auto">
                <a:xfrm>
                  <a:off x="23856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1" name="Rectangle 396"/>
                <p:cNvSpPr>
                  <a:spLocks noChangeArrowheads="1"/>
                </p:cNvSpPr>
                <p:nvPr/>
              </p:nvSpPr>
              <p:spPr bwMode="auto">
                <a:xfrm>
                  <a:off x="24314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2" name="Rectangle 397"/>
                <p:cNvSpPr>
                  <a:spLocks noChangeArrowheads="1"/>
                </p:cNvSpPr>
                <p:nvPr/>
              </p:nvSpPr>
              <p:spPr bwMode="auto">
                <a:xfrm>
                  <a:off x="24771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3" name="Rectangle 398"/>
                <p:cNvSpPr>
                  <a:spLocks noChangeArrowheads="1"/>
                </p:cNvSpPr>
                <p:nvPr/>
              </p:nvSpPr>
              <p:spPr bwMode="auto">
                <a:xfrm>
                  <a:off x="25228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4" name="Rectangle 399"/>
                <p:cNvSpPr>
                  <a:spLocks noChangeArrowheads="1"/>
                </p:cNvSpPr>
                <p:nvPr/>
              </p:nvSpPr>
              <p:spPr bwMode="auto">
                <a:xfrm>
                  <a:off x="25685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5" name="Rectangle 400"/>
                <p:cNvSpPr>
                  <a:spLocks noChangeArrowheads="1"/>
                </p:cNvSpPr>
                <p:nvPr/>
              </p:nvSpPr>
              <p:spPr bwMode="auto">
                <a:xfrm>
                  <a:off x="26142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6" name="Rectangle 401"/>
                <p:cNvSpPr>
                  <a:spLocks noChangeArrowheads="1"/>
                </p:cNvSpPr>
                <p:nvPr/>
              </p:nvSpPr>
              <p:spPr bwMode="auto">
                <a:xfrm>
                  <a:off x="26600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7" name="Rectangle 402"/>
                <p:cNvSpPr>
                  <a:spLocks noChangeArrowheads="1"/>
                </p:cNvSpPr>
                <p:nvPr/>
              </p:nvSpPr>
              <p:spPr bwMode="auto">
                <a:xfrm>
                  <a:off x="27057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8" name="Rectangle 403"/>
                <p:cNvSpPr>
                  <a:spLocks noChangeArrowheads="1"/>
                </p:cNvSpPr>
                <p:nvPr/>
              </p:nvSpPr>
              <p:spPr bwMode="auto">
                <a:xfrm>
                  <a:off x="27514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9" name="Rectangle 404"/>
                <p:cNvSpPr>
                  <a:spLocks noChangeArrowheads="1"/>
                </p:cNvSpPr>
                <p:nvPr/>
              </p:nvSpPr>
              <p:spPr bwMode="auto">
                <a:xfrm>
                  <a:off x="27971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0" name="Rectangle 405"/>
                <p:cNvSpPr>
                  <a:spLocks noChangeArrowheads="1"/>
                </p:cNvSpPr>
                <p:nvPr/>
              </p:nvSpPr>
              <p:spPr bwMode="auto">
                <a:xfrm>
                  <a:off x="28428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1" name="Rectangle 407"/>
                <p:cNvSpPr>
                  <a:spLocks noChangeArrowheads="1"/>
                </p:cNvSpPr>
                <p:nvPr/>
              </p:nvSpPr>
              <p:spPr bwMode="auto">
                <a:xfrm>
                  <a:off x="28886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2" name="Rectangle 408"/>
                <p:cNvSpPr>
                  <a:spLocks noChangeArrowheads="1"/>
                </p:cNvSpPr>
                <p:nvPr/>
              </p:nvSpPr>
              <p:spPr bwMode="auto">
                <a:xfrm>
                  <a:off x="29343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3" name="Rectangle 409"/>
                <p:cNvSpPr>
                  <a:spLocks noChangeArrowheads="1"/>
                </p:cNvSpPr>
                <p:nvPr/>
              </p:nvSpPr>
              <p:spPr bwMode="auto">
                <a:xfrm>
                  <a:off x="29800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4" name="Rectangle 410"/>
                <p:cNvSpPr>
                  <a:spLocks noChangeArrowheads="1"/>
                </p:cNvSpPr>
                <p:nvPr/>
              </p:nvSpPr>
              <p:spPr bwMode="auto">
                <a:xfrm>
                  <a:off x="30257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5" name="Rectangle 411"/>
                <p:cNvSpPr>
                  <a:spLocks noChangeArrowheads="1"/>
                </p:cNvSpPr>
                <p:nvPr/>
              </p:nvSpPr>
              <p:spPr bwMode="auto">
                <a:xfrm>
                  <a:off x="30714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6" name="Line 412"/>
                <p:cNvSpPr>
                  <a:spLocks noChangeShapeType="1"/>
                </p:cNvSpPr>
                <p:nvPr/>
              </p:nvSpPr>
              <p:spPr bwMode="auto">
                <a:xfrm>
                  <a:off x="19284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7" name="Line 413"/>
                <p:cNvSpPr>
                  <a:spLocks noChangeShapeType="1"/>
                </p:cNvSpPr>
                <p:nvPr/>
              </p:nvSpPr>
              <p:spPr bwMode="auto">
                <a:xfrm>
                  <a:off x="19742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8" name="Line 414"/>
                <p:cNvSpPr>
                  <a:spLocks noChangeShapeType="1"/>
                </p:cNvSpPr>
                <p:nvPr/>
              </p:nvSpPr>
              <p:spPr bwMode="auto">
                <a:xfrm>
                  <a:off x="20199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9" name="Line 415"/>
                <p:cNvSpPr>
                  <a:spLocks noChangeShapeType="1"/>
                </p:cNvSpPr>
                <p:nvPr/>
              </p:nvSpPr>
              <p:spPr bwMode="auto">
                <a:xfrm>
                  <a:off x="206565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0" name="Line 416"/>
                <p:cNvSpPr>
                  <a:spLocks noChangeShapeType="1"/>
                </p:cNvSpPr>
                <p:nvPr/>
              </p:nvSpPr>
              <p:spPr bwMode="auto">
                <a:xfrm>
                  <a:off x="21113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1" name="Line 417"/>
                <p:cNvSpPr>
                  <a:spLocks noChangeShapeType="1"/>
                </p:cNvSpPr>
                <p:nvPr/>
              </p:nvSpPr>
              <p:spPr bwMode="auto">
                <a:xfrm>
                  <a:off x="21570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2" name="Line 418"/>
                <p:cNvSpPr>
                  <a:spLocks noChangeShapeType="1"/>
                </p:cNvSpPr>
                <p:nvPr/>
              </p:nvSpPr>
              <p:spPr bwMode="auto">
                <a:xfrm>
                  <a:off x="22028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3" name="Line 419"/>
                <p:cNvSpPr>
                  <a:spLocks noChangeShapeType="1"/>
                </p:cNvSpPr>
                <p:nvPr/>
              </p:nvSpPr>
              <p:spPr bwMode="auto">
                <a:xfrm>
                  <a:off x="22485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4" name="Line 420"/>
                <p:cNvSpPr>
                  <a:spLocks noChangeShapeType="1"/>
                </p:cNvSpPr>
                <p:nvPr/>
              </p:nvSpPr>
              <p:spPr bwMode="auto">
                <a:xfrm>
                  <a:off x="229425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5" name="Line 421"/>
                <p:cNvSpPr>
                  <a:spLocks noChangeShapeType="1"/>
                </p:cNvSpPr>
                <p:nvPr/>
              </p:nvSpPr>
              <p:spPr bwMode="auto">
                <a:xfrm>
                  <a:off x="23399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6" name="Line 422"/>
                <p:cNvSpPr>
                  <a:spLocks noChangeShapeType="1"/>
                </p:cNvSpPr>
                <p:nvPr/>
              </p:nvSpPr>
              <p:spPr bwMode="auto">
                <a:xfrm>
                  <a:off x="23856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7" name="Line 423"/>
                <p:cNvSpPr>
                  <a:spLocks noChangeShapeType="1"/>
                </p:cNvSpPr>
                <p:nvPr/>
              </p:nvSpPr>
              <p:spPr bwMode="auto">
                <a:xfrm>
                  <a:off x="24314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8" name="Line 424"/>
                <p:cNvSpPr>
                  <a:spLocks noChangeShapeType="1"/>
                </p:cNvSpPr>
                <p:nvPr/>
              </p:nvSpPr>
              <p:spPr bwMode="auto">
                <a:xfrm>
                  <a:off x="24771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9" name="Line 425"/>
                <p:cNvSpPr>
                  <a:spLocks noChangeShapeType="1"/>
                </p:cNvSpPr>
                <p:nvPr/>
              </p:nvSpPr>
              <p:spPr bwMode="auto">
                <a:xfrm>
                  <a:off x="25228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0" name="Line 426"/>
                <p:cNvSpPr>
                  <a:spLocks noChangeShapeType="1"/>
                </p:cNvSpPr>
                <p:nvPr/>
              </p:nvSpPr>
              <p:spPr bwMode="auto">
                <a:xfrm>
                  <a:off x="25685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1" name="Line 427"/>
                <p:cNvSpPr>
                  <a:spLocks noChangeShapeType="1"/>
                </p:cNvSpPr>
                <p:nvPr/>
              </p:nvSpPr>
              <p:spPr bwMode="auto">
                <a:xfrm>
                  <a:off x="26142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2" name="Line 428"/>
                <p:cNvSpPr>
                  <a:spLocks noChangeShapeType="1"/>
                </p:cNvSpPr>
                <p:nvPr/>
              </p:nvSpPr>
              <p:spPr bwMode="auto">
                <a:xfrm>
                  <a:off x="26600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3" name="Line 429"/>
                <p:cNvSpPr>
                  <a:spLocks noChangeShapeType="1"/>
                </p:cNvSpPr>
                <p:nvPr/>
              </p:nvSpPr>
              <p:spPr bwMode="auto">
                <a:xfrm>
                  <a:off x="270573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4" name="Line 430"/>
                <p:cNvSpPr>
                  <a:spLocks noChangeShapeType="1"/>
                </p:cNvSpPr>
                <p:nvPr/>
              </p:nvSpPr>
              <p:spPr bwMode="auto">
                <a:xfrm>
                  <a:off x="27514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5" name="Line 431"/>
                <p:cNvSpPr>
                  <a:spLocks noChangeShapeType="1"/>
                </p:cNvSpPr>
                <p:nvPr/>
              </p:nvSpPr>
              <p:spPr bwMode="auto">
                <a:xfrm>
                  <a:off x="27971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6" name="Line 432"/>
                <p:cNvSpPr>
                  <a:spLocks noChangeShapeType="1"/>
                </p:cNvSpPr>
                <p:nvPr/>
              </p:nvSpPr>
              <p:spPr bwMode="auto">
                <a:xfrm>
                  <a:off x="28428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7" name="Line 433"/>
                <p:cNvSpPr>
                  <a:spLocks noChangeShapeType="1"/>
                </p:cNvSpPr>
                <p:nvPr/>
              </p:nvSpPr>
              <p:spPr bwMode="auto">
                <a:xfrm>
                  <a:off x="28886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8" name="Line 434"/>
                <p:cNvSpPr>
                  <a:spLocks noChangeShapeType="1"/>
                </p:cNvSpPr>
                <p:nvPr/>
              </p:nvSpPr>
              <p:spPr bwMode="auto">
                <a:xfrm>
                  <a:off x="293433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9" name="Line 435"/>
                <p:cNvSpPr>
                  <a:spLocks noChangeShapeType="1"/>
                </p:cNvSpPr>
                <p:nvPr/>
              </p:nvSpPr>
              <p:spPr bwMode="auto">
                <a:xfrm>
                  <a:off x="29800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0" name="Line 436"/>
                <p:cNvSpPr>
                  <a:spLocks noChangeShapeType="1"/>
                </p:cNvSpPr>
                <p:nvPr/>
              </p:nvSpPr>
              <p:spPr bwMode="auto">
                <a:xfrm>
                  <a:off x="30257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1" name="Line 437"/>
                <p:cNvSpPr>
                  <a:spLocks noChangeShapeType="1"/>
                </p:cNvSpPr>
                <p:nvPr/>
              </p:nvSpPr>
              <p:spPr bwMode="auto">
                <a:xfrm>
                  <a:off x="30714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2" name="Line 439"/>
                <p:cNvSpPr>
                  <a:spLocks noChangeShapeType="1"/>
                </p:cNvSpPr>
                <p:nvPr/>
              </p:nvSpPr>
              <p:spPr bwMode="auto">
                <a:xfrm>
                  <a:off x="18821400" y="69850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3" name="Line 440"/>
                <p:cNvSpPr>
                  <a:spLocks noChangeShapeType="1"/>
                </p:cNvSpPr>
                <p:nvPr/>
              </p:nvSpPr>
              <p:spPr bwMode="auto">
                <a:xfrm>
                  <a:off x="18821400" y="107156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4" name="Line 441"/>
                <p:cNvSpPr>
                  <a:spLocks noChangeShapeType="1"/>
                </p:cNvSpPr>
                <p:nvPr/>
              </p:nvSpPr>
              <p:spPr bwMode="auto">
                <a:xfrm>
                  <a:off x="18821400" y="144145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5" name="Line 442"/>
                <p:cNvSpPr>
                  <a:spLocks noChangeShapeType="1"/>
                </p:cNvSpPr>
                <p:nvPr/>
              </p:nvSpPr>
              <p:spPr bwMode="auto">
                <a:xfrm>
                  <a:off x="18821400" y="181133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6" name="Line 443"/>
                <p:cNvSpPr>
                  <a:spLocks noChangeShapeType="1"/>
                </p:cNvSpPr>
                <p:nvPr/>
              </p:nvSpPr>
              <p:spPr bwMode="auto">
                <a:xfrm>
                  <a:off x="18821400" y="218440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7" name="Line 444"/>
                <p:cNvSpPr>
                  <a:spLocks noChangeShapeType="1"/>
                </p:cNvSpPr>
                <p:nvPr/>
              </p:nvSpPr>
              <p:spPr bwMode="auto">
                <a:xfrm>
                  <a:off x="18821400" y="255428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8" name="Line 445"/>
                <p:cNvSpPr>
                  <a:spLocks noChangeShapeType="1"/>
                </p:cNvSpPr>
                <p:nvPr/>
              </p:nvSpPr>
              <p:spPr bwMode="auto">
                <a:xfrm>
                  <a:off x="18821400" y="292417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9" name="Line 446"/>
                <p:cNvSpPr>
                  <a:spLocks noChangeShapeType="1"/>
                </p:cNvSpPr>
                <p:nvPr/>
              </p:nvSpPr>
              <p:spPr bwMode="auto">
                <a:xfrm>
                  <a:off x="18821400" y="329723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0" name="Line 447"/>
                <p:cNvSpPr>
                  <a:spLocks noChangeShapeType="1"/>
                </p:cNvSpPr>
                <p:nvPr/>
              </p:nvSpPr>
              <p:spPr bwMode="auto">
                <a:xfrm>
                  <a:off x="18821400" y="366712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1" name="Line 448"/>
                <p:cNvSpPr>
                  <a:spLocks noChangeShapeType="1"/>
                </p:cNvSpPr>
                <p:nvPr/>
              </p:nvSpPr>
              <p:spPr bwMode="auto">
                <a:xfrm>
                  <a:off x="18821400" y="403701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2" name="Line 449"/>
                <p:cNvSpPr>
                  <a:spLocks noChangeShapeType="1"/>
                </p:cNvSpPr>
                <p:nvPr/>
              </p:nvSpPr>
              <p:spPr bwMode="auto">
                <a:xfrm>
                  <a:off x="18821400" y="440848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3" name="Line 450"/>
                <p:cNvSpPr>
                  <a:spLocks noChangeShapeType="1"/>
                </p:cNvSpPr>
                <p:nvPr/>
              </p:nvSpPr>
              <p:spPr bwMode="auto">
                <a:xfrm>
                  <a:off x="18821400" y="477996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4" name="Line 451"/>
                <p:cNvSpPr>
                  <a:spLocks noChangeShapeType="1"/>
                </p:cNvSpPr>
                <p:nvPr/>
              </p:nvSpPr>
              <p:spPr bwMode="auto">
                <a:xfrm>
                  <a:off x="18821400" y="514985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5" name="Line 452"/>
                <p:cNvSpPr>
                  <a:spLocks noChangeShapeType="1"/>
                </p:cNvSpPr>
                <p:nvPr/>
              </p:nvSpPr>
              <p:spPr bwMode="auto">
                <a:xfrm>
                  <a:off x="18827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6" name="Line 453"/>
                <p:cNvSpPr>
                  <a:spLocks noChangeShapeType="1"/>
                </p:cNvSpPr>
                <p:nvPr userDrawn="1"/>
              </p:nvSpPr>
              <p:spPr bwMode="auto">
                <a:xfrm>
                  <a:off x="31172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7" name="Line 455"/>
                <p:cNvSpPr>
                  <a:spLocks noChangeShapeType="1"/>
                </p:cNvSpPr>
                <p:nvPr/>
              </p:nvSpPr>
              <p:spPr bwMode="auto">
                <a:xfrm>
                  <a:off x="18821400" y="552132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8" name="Line 439"/>
                <p:cNvSpPr>
                  <a:spLocks noChangeShapeType="1"/>
                </p:cNvSpPr>
                <p:nvPr/>
              </p:nvSpPr>
              <p:spPr bwMode="auto">
                <a:xfrm>
                  <a:off x="18821400" y="360491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940" name="Group 939"/>
              <p:cNvGrpSpPr/>
              <p:nvPr/>
            </p:nvGrpSpPr>
            <p:grpSpPr>
              <a:xfrm>
                <a:off x="2217420" y="-3104782"/>
                <a:ext cx="7757160" cy="4363403"/>
                <a:chOff x="18821400" y="-49213"/>
                <a:chExt cx="12376150" cy="5583238"/>
              </a:xfrm>
              <a:noFill/>
            </p:grpSpPr>
            <p:sp>
              <p:nvSpPr>
                <p:cNvPr id="941" name="AutoShape 3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8821400" y="-49213"/>
                  <a:ext cx="12376150" cy="558323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2" name="Rectangle 5"/>
                <p:cNvSpPr>
                  <a:spLocks noChangeArrowheads="1"/>
                </p:cNvSpPr>
                <p:nvPr/>
              </p:nvSpPr>
              <p:spPr bwMode="auto">
                <a:xfrm>
                  <a:off x="18827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3" name="Rectangle 6"/>
                <p:cNvSpPr>
                  <a:spLocks noChangeArrowheads="1"/>
                </p:cNvSpPr>
                <p:nvPr/>
              </p:nvSpPr>
              <p:spPr bwMode="auto">
                <a:xfrm>
                  <a:off x="19284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4" name="Rectangle 7"/>
                <p:cNvSpPr>
                  <a:spLocks noChangeArrowheads="1"/>
                </p:cNvSpPr>
                <p:nvPr/>
              </p:nvSpPr>
              <p:spPr bwMode="auto">
                <a:xfrm>
                  <a:off x="19742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5" name="Rectangle 8"/>
                <p:cNvSpPr>
                  <a:spLocks noChangeArrowheads="1"/>
                </p:cNvSpPr>
                <p:nvPr/>
              </p:nvSpPr>
              <p:spPr bwMode="auto">
                <a:xfrm>
                  <a:off x="20199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6" name="Rectangle 9"/>
                <p:cNvSpPr>
                  <a:spLocks noChangeArrowheads="1"/>
                </p:cNvSpPr>
                <p:nvPr/>
              </p:nvSpPr>
              <p:spPr bwMode="auto">
                <a:xfrm>
                  <a:off x="20656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7" name="Rectangle 10"/>
                <p:cNvSpPr>
                  <a:spLocks noChangeArrowheads="1"/>
                </p:cNvSpPr>
                <p:nvPr/>
              </p:nvSpPr>
              <p:spPr bwMode="auto">
                <a:xfrm>
                  <a:off x="21113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8" name="Rectangle 11"/>
                <p:cNvSpPr>
                  <a:spLocks noChangeArrowheads="1"/>
                </p:cNvSpPr>
                <p:nvPr/>
              </p:nvSpPr>
              <p:spPr bwMode="auto">
                <a:xfrm>
                  <a:off x="21570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9" name="Rectangle 12"/>
                <p:cNvSpPr>
                  <a:spLocks noChangeArrowheads="1"/>
                </p:cNvSpPr>
                <p:nvPr/>
              </p:nvSpPr>
              <p:spPr bwMode="auto">
                <a:xfrm>
                  <a:off x="22028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0" name="Rectangle 13"/>
                <p:cNvSpPr>
                  <a:spLocks noChangeArrowheads="1"/>
                </p:cNvSpPr>
                <p:nvPr/>
              </p:nvSpPr>
              <p:spPr bwMode="auto">
                <a:xfrm>
                  <a:off x="22485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1" name="Rectangle 14"/>
                <p:cNvSpPr>
                  <a:spLocks noChangeArrowheads="1"/>
                </p:cNvSpPr>
                <p:nvPr/>
              </p:nvSpPr>
              <p:spPr bwMode="auto">
                <a:xfrm>
                  <a:off x="22942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2" name="Rectangle 15"/>
                <p:cNvSpPr>
                  <a:spLocks noChangeArrowheads="1"/>
                </p:cNvSpPr>
                <p:nvPr/>
              </p:nvSpPr>
              <p:spPr bwMode="auto">
                <a:xfrm>
                  <a:off x="23399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3" name="Rectangle 16"/>
                <p:cNvSpPr>
                  <a:spLocks noChangeArrowheads="1"/>
                </p:cNvSpPr>
                <p:nvPr/>
              </p:nvSpPr>
              <p:spPr bwMode="auto">
                <a:xfrm>
                  <a:off x="23856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4" name="Rectangle 17"/>
                <p:cNvSpPr>
                  <a:spLocks noChangeArrowheads="1"/>
                </p:cNvSpPr>
                <p:nvPr/>
              </p:nvSpPr>
              <p:spPr bwMode="auto">
                <a:xfrm>
                  <a:off x="24314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5" name="Rectangle 18"/>
                <p:cNvSpPr>
                  <a:spLocks noChangeArrowheads="1"/>
                </p:cNvSpPr>
                <p:nvPr/>
              </p:nvSpPr>
              <p:spPr bwMode="auto">
                <a:xfrm>
                  <a:off x="24771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6" name="Rectangle 19"/>
                <p:cNvSpPr>
                  <a:spLocks noChangeArrowheads="1"/>
                </p:cNvSpPr>
                <p:nvPr/>
              </p:nvSpPr>
              <p:spPr bwMode="auto">
                <a:xfrm>
                  <a:off x="25228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7" name="Rectangle 20"/>
                <p:cNvSpPr>
                  <a:spLocks noChangeArrowheads="1"/>
                </p:cNvSpPr>
                <p:nvPr/>
              </p:nvSpPr>
              <p:spPr bwMode="auto">
                <a:xfrm>
                  <a:off x="25685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8" name="Rectangle 21"/>
                <p:cNvSpPr>
                  <a:spLocks noChangeArrowheads="1"/>
                </p:cNvSpPr>
                <p:nvPr/>
              </p:nvSpPr>
              <p:spPr bwMode="auto">
                <a:xfrm>
                  <a:off x="26142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9" name="Rectangle 22"/>
                <p:cNvSpPr>
                  <a:spLocks noChangeArrowheads="1"/>
                </p:cNvSpPr>
                <p:nvPr/>
              </p:nvSpPr>
              <p:spPr bwMode="auto">
                <a:xfrm>
                  <a:off x="26600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0" name="Rectangle 23"/>
                <p:cNvSpPr>
                  <a:spLocks noChangeArrowheads="1"/>
                </p:cNvSpPr>
                <p:nvPr/>
              </p:nvSpPr>
              <p:spPr bwMode="auto">
                <a:xfrm>
                  <a:off x="27057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1" name="Rectangle 24"/>
                <p:cNvSpPr>
                  <a:spLocks noChangeArrowheads="1"/>
                </p:cNvSpPr>
                <p:nvPr/>
              </p:nvSpPr>
              <p:spPr bwMode="auto">
                <a:xfrm>
                  <a:off x="27514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2" name="Rectangle 25"/>
                <p:cNvSpPr>
                  <a:spLocks noChangeArrowheads="1"/>
                </p:cNvSpPr>
                <p:nvPr/>
              </p:nvSpPr>
              <p:spPr bwMode="auto">
                <a:xfrm>
                  <a:off x="27971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3" name="Rectangle 26"/>
                <p:cNvSpPr>
                  <a:spLocks noChangeArrowheads="1"/>
                </p:cNvSpPr>
                <p:nvPr/>
              </p:nvSpPr>
              <p:spPr bwMode="auto">
                <a:xfrm>
                  <a:off x="28428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4" name="Rectangle 27"/>
                <p:cNvSpPr>
                  <a:spLocks noChangeArrowheads="1"/>
                </p:cNvSpPr>
                <p:nvPr/>
              </p:nvSpPr>
              <p:spPr bwMode="auto">
                <a:xfrm>
                  <a:off x="28886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5" name="Rectangle 28"/>
                <p:cNvSpPr>
                  <a:spLocks noChangeArrowheads="1"/>
                </p:cNvSpPr>
                <p:nvPr/>
              </p:nvSpPr>
              <p:spPr bwMode="auto">
                <a:xfrm>
                  <a:off x="29343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6" name="Rectangle 29"/>
                <p:cNvSpPr>
                  <a:spLocks noChangeArrowheads="1"/>
                </p:cNvSpPr>
                <p:nvPr/>
              </p:nvSpPr>
              <p:spPr bwMode="auto">
                <a:xfrm>
                  <a:off x="29800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7" name="Rectangle 30"/>
                <p:cNvSpPr>
                  <a:spLocks noChangeArrowheads="1"/>
                </p:cNvSpPr>
                <p:nvPr/>
              </p:nvSpPr>
              <p:spPr bwMode="auto">
                <a:xfrm>
                  <a:off x="30257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8" name="Rectangle 31"/>
                <p:cNvSpPr>
                  <a:spLocks noChangeArrowheads="1"/>
                </p:cNvSpPr>
                <p:nvPr/>
              </p:nvSpPr>
              <p:spPr bwMode="auto">
                <a:xfrm>
                  <a:off x="30714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9" name="Rectangle 32"/>
                <p:cNvSpPr>
                  <a:spLocks noChangeArrowheads="1"/>
                </p:cNvSpPr>
                <p:nvPr/>
              </p:nvSpPr>
              <p:spPr bwMode="auto">
                <a:xfrm>
                  <a:off x="18827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0" name="Rectangle 33"/>
                <p:cNvSpPr>
                  <a:spLocks noChangeArrowheads="1"/>
                </p:cNvSpPr>
                <p:nvPr/>
              </p:nvSpPr>
              <p:spPr bwMode="auto">
                <a:xfrm>
                  <a:off x="19284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1" name="Rectangle 34"/>
                <p:cNvSpPr>
                  <a:spLocks noChangeArrowheads="1"/>
                </p:cNvSpPr>
                <p:nvPr/>
              </p:nvSpPr>
              <p:spPr bwMode="auto">
                <a:xfrm>
                  <a:off x="19742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2" name="Rectangle 35"/>
                <p:cNvSpPr>
                  <a:spLocks noChangeArrowheads="1"/>
                </p:cNvSpPr>
                <p:nvPr/>
              </p:nvSpPr>
              <p:spPr bwMode="auto">
                <a:xfrm>
                  <a:off x="20199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3" name="Rectangle 36"/>
                <p:cNvSpPr>
                  <a:spLocks noChangeArrowheads="1"/>
                </p:cNvSpPr>
                <p:nvPr/>
              </p:nvSpPr>
              <p:spPr bwMode="auto">
                <a:xfrm>
                  <a:off x="20656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4" name="Rectangle 37"/>
                <p:cNvSpPr>
                  <a:spLocks noChangeArrowheads="1"/>
                </p:cNvSpPr>
                <p:nvPr/>
              </p:nvSpPr>
              <p:spPr bwMode="auto">
                <a:xfrm>
                  <a:off x="21113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5" name="Rectangle 38"/>
                <p:cNvSpPr>
                  <a:spLocks noChangeArrowheads="1"/>
                </p:cNvSpPr>
                <p:nvPr/>
              </p:nvSpPr>
              <p:spPr bwMode="auto">
                <a:xfrm>
                  <a:off x="21570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6" name="Rectangle 39"/>
                <p:cNvSpPr>
                  <a:spLocks noChangeArrowheads="1"/>
                </p:cNvSpPr>
                <p:nvPr/>
              </p:nvSpPr>
              <p:spPr bwMode="auto">
                <a:xfrm>
                  <a:off x="22028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7" name="Rectangle 40"/>
                <p:cNvSpPr>
                  <a:spLocks noChangeArrowheads="1"/>
                </p:cNvSpPr>
                <p:nvPr/>
              </p:nvSpPr>
              <p:spPr bwMode="auto">
                <a:xfrm>
                  <a:off x="22485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8" name="Rectangle 41"/>
                <p:cNvSpPr>
                  <a:spLocks noChangeArrowheads="1"/>
                </p:cNvSpPr>
                <p:nvPr/>
              </p:nvSpPr>
              <p:spPr bwMode="auto">
                <a:xfrm>
                  <a:off x="22942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9" name="Rectangle 42"/>
                <p:cNvSpPr>
                  <a:spLocks noChangeArrowheads="1"/>
                </p:cNvSpPr>
                <p:nvPr/>
              </p:nvSpPr>
              <p:spPr bwMode="auto">
                <a:xfrm>
                  <a:off x="23399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0" name="Rectangle 43"/>
                <p:cNvSpPr>
                  <a:spLocks noChangeArrowheads="1"/>
                </p:cNvSpPr>
                <p:nvPr/>
              </p:nvSpPr>
              <p:spPr bwMode="auto">
                <a:xfrm>
                  <a:off x="23856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1" name="Rectangle 44"/>
                <p:cNvSpPr>
                  <a:spLocks noChangeArrowheads="1"/>
                </p:cNvSpPr>
                <p:nvPr/>
              </p:nvSpPr>
              <p:spPr bwMode="auto">
                <a:xfrm>
                  <a:off x="24314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2" name="Rectangle 45"/>
                <p:cNvSpPr>
                  <a:spLocks noChangeArrowheads="1"/>
                </p:cNvSpPr>
                <p:nvPr/>
              </p:nvSpPr>
              <p:spPr bwMode="auto">
                <a:xfrm>
                  <a:off x="24771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3" name="Rectangle 46"/>
                <p:cNvSpPr>
                  <a:spLocks noChangeArrowheads="1"/>
                </p:cNvSpPr>
                <p:nvPr/>
              </p:nvSpPr>
              <p:spPr bwMode="auto">
                <a:xfrm>
                  <a:off x="25228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4" name="Rectangle 47"/>
                <p:cNvSpPr>
                  <a:spLocks noChangeArrowheads="1"/>
                </p:cNvSpPr>
                <p:nvPr/>
              </p:nvSpPr>
              <p:spPr bwMode="auto">
                <a:xfrm>
                  <a:off x="25685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5" name="Rectangle 48"/>
                <p:cNvSpPr>
                  <a:spLocks noChangeArrowheads="1"/>
                </p:cNvSpPr>
                <p:nvPr/>
              </p:nvSpPr>
              <p:spPr bwMode="auto">
                <a:xfrm>
                  <a:off x="26142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6" name="Rectangle 49"/>
                <p:cNvSpPr>
                  <a:spLocks noChangeArrowheads="1"/>
                </p:cNvSpPr>
                <p:nvPr/>
              </p:nvSpPr>
              <p:spPr bwMode="auto">
                <a:xfrm>
                  <a:off x="26600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7" name="Rectangle 50"/>
                <p:cNvSpPr>
                  <a:spLocks noChangeArrowheads="1"/>
                </p:cNvSpPr>
                <p:nvPr/>
              </p:nvSpPr>
              <p:spPr bwMode="auto">
                <a:xfrm>
                  <a:off x="27057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8" name="Rectangle 51"/>
                <p:cNvSpPr>
                  <a:spLocks noChangeArrowheads="1"/>
                </p:cNvSpPr>
                <p:nvPr/>
              </p:nvSpPr>
              <p:spPr bwMode="auto">
                <a:xfrm>
                  <a:off x="27514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9" name="Rectangle 52"/>
                <p:cNvSpPr>
                  <a:spLocks noChangeArrowheads="1"/>
                </p:cNvSpPr>
                <p:nvPr/>
              </p:nvSpPr>
              <p:spPr bwMode="auto">
                <a:xfrm>
                  <a:off x="27971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0" name="Rectangle 53"/>
                <p:cNvSpPr>
                  <a:spLocks noChangeArrowheads="1"/>
                </p:cNvSpPr>
                <p:nvPr/>
              </p:nvSpPr>
              <p:spPr bwMode="auto">
                <a:xfrm>
                  <a:off x="28428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1" name="Rectangle 54"/>
                <p:cNvSpPr>
                  <a:spLocks noChangeArrowheads="1"/>
                </p:cNvSpPr>
                <p:nvPr/>
              </p:nvSpPr>
              <p:spPr bwMode="auto">
                <a:xfrm>
                  <a:off x="28886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2" name="Rectangle 55"/>
                <p:cNvSpPr>
                  <a:spLocks noChangeArrowheads="1"/>
                </p:cNvSpPr>
                <p:nvPr/>
              </p:nvSpPr>
              <p:spPr bwMode="auto">
                <a:xfrm>
                  <a:off x="29343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3" name="Rectangle 56"/>
                <p:cNvSpPr>
                  <a:spLocks noChangeArrowheads="1"/>
                </p:cNvSpPr>
                <p:nvPr/>
              </p:nvSpPr>
              <p:spPr bwMode="auto">
                <a:xfrm>
                  <a:off x="29800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4" name="Rectangle 57"/>
                <p:cNvSpPr>
                  <a:spLocks noChangeArrowheads="1"/>
                </p:cNvSpPr>
                <p:nvPr/>
              </p:nvSpPr>
              <p:spPr bwMode="auto">
                <a:xfrm>
                  <a:off x="30257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5" name="Rectangle 58"/>
                <p:cNvSpPr>
                  <a:spLocks noChangeArrowheads="1"/>
                </p:cNvSpPr>
                <p:nvPr/>
              </p:nvSpPr>
              <p:spPr bwMode="auto">
                <a:xfrm>
                  <a:off x="30714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6" name="Rectangle 59"/>
                <p:cNvSpPr>
                  <a:spLocks noChangeArrowheads="1"/>
                </p:cNvSpPr>
                <p:nvPr/>
              </p:nvSpPr>
              <p:spPr bwMode="auto">
                <a:xfrm>
                  <a:off x="18827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7" name="Rectangle 60"/>
                <p:cNvSpPr>
                  <a:spLocks noChangeArrowheads="1"/>
                </p:cNvSpPr>
                <p:nvPr/>
              </p:nvSpPr>
              <p:spPr bwMode="auto">
                <a:xfrm>
                  <a:off x="19284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8" name="Rectangle 61"/>
                <p:cNvSpPr>
                  <a:spLocks noChangeArrowheads="1"/>
                </p:cNvSpPr>
                <p:nvPr/>
              </p:nvSpPr>
              <p:spPr bwMode="auto">
                <a:xfrm>
                  <a:off x="19742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9" name="Rectangle 62"/>
                <p:cNvSpPr>
                  <a:spLocks noChangeArrowheads="1"/>
                </p:cNvSpPr>
                <p:nvPr/>
              </p:nvSpPr>
              <p:spPr bwMode="auto">
                <a:xfrm>
                  <a:off x="20199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0" name="Rectangle 63"/>
                <p:cNvSpPr>
                  <a:spLocks noChangeArrowheads="1"/>
                </p:cNvSpPr>
                <p:nvPr/>
              </p:nvSpPr>
              <p:spPr bwMode="auto">
                <a:xfrm>
                  <a:off x="20656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1" name="Rectangle 64"/>
                <p:cNvSpPr>
                  <a:spLocks noChangeArrowheads="1"/>
                </p:cNvSpPr>
                <p:nvPr/>
              </p:nvSpPr>
              <p:spPr bwMode="auto">
                <a:xfrm>
                  <a:off x="21113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2" name="Rectangle 65"/>
                <p:cNvSpPr>
                  <a:spLocks noChangeArrowheads="1"/>
                </p:cNvSpPr>
                <p:nvPr/>
              </p:nvSpPr>
              <p:spPr bwMode="auto">
                <a:xfrm>
                  <a:off x="21570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3" name="Rectangle 66"/>
                <p:cNvSpPr>
                  <a:spLocks noChangeArrowheads="1"/>
                </p:cNvSpPr>
                <p:nvPr/>
              </p:nvSpPr>
              <p:spPr bwMode="auto">
                <a:xfrm>
                  <a:off x="22028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4" name="Rectangle 67"/>
                <p:cNvSpPr>
                  <a:spLocks noChangeArrowheads="1"/>
                </p:cNvSpPr>
                <p:nvPr/>
              </p:nvSpPr>
              <p:spPr bwMode="auto">
                <a:xfrm>
                  <a:off x="22485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5" name="Rectangle 68"/>
                <p:cNvSpPr>
                  <a:spLocks noChangeArrowheads="1"/>
                </p:cNvSpPr>
                <p:nvPr/>
              </p:nvSpPr>
              <p:spPr bwMode="auto">
                <a:xfrm>
                  <a:off x="22942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6" name="Rectangle 69"/>
                <p:cNvSpPr>
                  <a:spLocks noChangeArrowheads="1"/>
                </p:cNvSpPr>
                <p:nvPr/>
              </p:nvSpPr>
              <p:spPr bwMode="auto">
                <a:xfrm>
                  <a:off x="23399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7" name="Rectangle 70"/>
                <p:cNvSpPr>
                  <a:spLocks noChangeArrowheads="1"/>
                </p:cNvSpPr>
                <p:nvPr/>
              </p:nvSpPr>
              <p:spPr bwMode="auto">
                <a:xfrm>
                  <a:off x="23856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8" name="Rectangle 71"/>
                <p:cNvSpPr>
                  <a:spLocks noChangeArrowheads="1"/>
                </p:cNvSpPr>
                <p:nvPr/>
              </p:nvSpPr>
              <p:spPr bwMode="auto">
                <a:xfrm>
                  <a:off x="24314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9" name="Rectangle 72"/>
                <p:cNvSpPr>
                  <a:spLocks noChangeArrowheads="1"/>
                </p:cNvSpPr>
                <p:nvPr/>
              </p:nvSpPr>
              <p:spPr bwMode="auto">
                <a:xfrm>
                  <a:off x="24771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0" name="Rectangle 73"/>
                <p:cNvSpPr>
                  <a:spLocks noChangeArrowheads="1"/>
                </p:cNvSpPr>
                <p:nvPr/>
              </p:nvSpPr>
              <p:spPr bwMode="auto">
                <a:xfrm>
                  <a:off x="25228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1" name="Rectangle 74"/>
                <p:cNvSpPr>
                  <a:spLocks noChangeArrowheads="1"/>
                </p:cNvSpPr>
                <p:nvPr/>
              </p:nvSpPr>
              <p:spPr bwMode="auto">
                <a:xfrm>
                  <a:off x="25685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2" name="Rectangle 75"/>
                <p:cNvSpPr>
                  <a:spLocks noChangeArrowheads="1"/>
                </p:cNvSpPr>
                <p:nvPr/>
              </p:nvSpPr>
              <p:spPr bwMode="auto">
                <a:xfrm>
                  <a:off x="26142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3" name="Rectangle 76"/>
                <p:cNvSpPr>
                  <a:spLocks noChangeArrowheads="1"/>
                </p:cNvSpPr>
                <p:nvPr/>
              </p:nvSpPr>
              <p:spPr bwMode="auto">
                <a:xfrm>
                  <a:off x="26600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4" name="Rectangle 77"/>
                <p:cNvSpPr>
                  <a:spLocks noChangeArrowheads="1"/>
                </p:cNvSpPr>
                <p:nvPr/>
              </p:nvSpPr>
              <p:spPr bwMode="auto">
                <a:xfrm>
                  <a:off x="27057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5" name="Rectangle 78"/>
                <p:cNvSpPr>
                  <a:spLocks noChangeArrowheads="1"/>
                </p:cNvSpPr>
                <p:nvPr/>
              </p:nvSpPr>
              <p:spPr bwMode="auto">
                <a:xfrm>
                  <a:off x="27514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6" name="Rectangle 79"/>
                <p:cNvSpPr>
                  <a:spLocks noChangeArrowheads="1"/>
                </p:cNvSpPr>
                <p:nvPr/>
              </p:nvSpPr>
              <p:spPr bwMode="auto">
                <a:xfrm>
                  <a:off x="27971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7" name="Rectangle 80"/>
                <p:cNvSpPr>
                  <a:spLocks noChangeArrowheads="1"/>
                </p:cNvSpPr>
                <p:nvPr/>
              </p:nvSpPr>
              <p:spPr bwMode="auto">
                <a:xfrm>
                  <a:off x="28428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8" name="Rectangle 81"/>
                <p:cNvSpPr>
                  <a:spLocks noChangeArrowheads="1"/>
                </p:cNvSpPr>
                <p:nvPr/>
              </p:nvSpPr>
              <p:spPr bwMode="auto">
                <a:xfrm>
                  <a:off x="28886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9" name="Rectangle 82"/>
                <p:cNvSpPr>
                  <a:spLocks noChangeArrowheads="1"/>
                </p:cNvSpPr>
                <p:nvPr/>
              </p:nvSpPr>
              <p:spPr bwMode="auto">
                <a:xfrm>
                  <a:off x="29343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0" name="Rectangle 83"/>
                <p:cNvSpPr>
                  <a:spLocks noChangeArrowheads="1"/>
                </p:cNvSpPr>
                <p:nvPr/>
              </p:nvSpPr>
              <p:spPr bwMode="auto">
                <a:xfrm>
                  <a:off x="29800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1" name="Rectangle 84"/>
                <p:cNvSpPr>
                  <a:spLocks noChangeArrowheads="1"/>
                </p:cNvSpPr>
                <p:nvPr/>
              </p:nvSpPr>
              <p:spPr bwMode="auto">
                <a:xfrm>
                  <a:off x="30257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2" name="Rectangle 85"/>
                <p:cNvSpPr>
                  <a:spLocks noChangeArrowheads="1"/>
                </p:cNvSpPr>
                <p:nvPr/>
              </p:nvSpPr>
              <p:spPr bwMode="auto">
                <a:xfrm>
                  <a:off x="30714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3" name="Rectangle 86"/>
                <p:cNvSpPr>
                  <a:spLocks noChangeArrowheads="1"/>
                </p:cNvSpPr>
                <p:nvPr/>
              </p:nvSpPr>
              <p:spPr bwMode="auto">
                <a:xfrm>
                  <a:off x="18827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4" name="Rectangle 87"/>
                <p:cNvSpPr>
                  <a:spLocks noChangeArrowheads="1"/>
                </p:cNvSpPr>
                <p:nvPr/>
              </p:nvSpPr>
              <p:spPr bwMode="auto">
                <a:xfrm>
                  <a:off x="19284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5" name="Rectangle 88"/>
                <p:cNvSpPr>
                  <a:spLocks noChangeArrowheads="1"/>
                </p:cNvSpPr>
                <p:nvPr/>
              </p:nvSpPr>
              <p:spPr bwMode="auto">
                <a:xfrm>
                  <a:off x="19742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6" name="Rectangle 89"/>
                <p:cNvSpPr>
                  <a:spLocks noChangeArrowheads="1"/>
                </p:cNvSpPr>
                <p:nvPr/>
              </p:nvSpPr>
              <p:spPr bwMode="auto">
                <a:xfrm>
                  <a:off x="20199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7" name="Rectangle 90"/>
                <p:cNvSpPr>
                  <a:spLocks noChangeArrowheads="1"/>
                </p:cNvSpPr>
                <p:nvPr/>
              </p:nvSpPr>
              <p:spPr bwMode="auto">
                <a:xfrm>
                  <a:off x="20656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8" name="Rectangle 91"/>
                <p:cNvSpPr>
                  <a:spLocks noChangeArrowheads="1"/>
                </p:cNvSpPr>
                <p:nvPr/>
              </p:nvSpPr>
              <p:spPr bwMode="auto">
                <a:xfrm>
                  <a:off x="21113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9" name="Rectangle 92"/>
                <p:cNvSpPr>
                  <a:spLocks noChangeArrowheads="1"/>
                </p:cNvSpPr>
                <p:nvPr/>
              </p:nvSpPr>
              <p:spPr bwMode="auto">
                <a:xfrm>
                  <a:off x="21570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0" name="Rectangle 93"/>
                <p:cNvSpPr>
                  <a:spLocks noChangeArrowheads="1"/>
                </p:cNvSpPr>
                <p:nvPr/>
              </p:nvSpPr>
              <p:spPr bwMode="auto">
                <a:xfrm>
                  <a:off x="22028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1" name="Rectangle 94"/>
                <p:cNvSpPr>
                  <a:spLocks noChangeArrowheads="1"/>
                </p:cNvSpPr>
                <p:nvPr/>
              </p:nvSpPr>
              <p:spPr bwMode="auto">
                <a:xfrm>
                  <a:off x="22485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2" name="Rectangle 95"/>
                <p:cNvSpPr>
                  <a:spLocks noChangeArrowheads="1"/>
                </p:cNvSpPr>
                <p:nvPr/>
              </p:nvSpPr>
              <p:spPr bwMode="auto">
                <a:xfrm>
                  <a:off x="22942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3" name="Rectangle 96"/>
                <p:cNvSpPr>
                  <a:spLocks noChangeArrowheads="1"/>
                </p:cNvSpPr>
                <p:nvPr/>
              </p:nvSpPr>
              <p:spPr bwMode="auto">
                <a:xfrm>
                  <a:off x="23399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4" name="Rectangle 97"/>
                <p:cNvSpPr>
                  <a:spLocks noChangeArrowheads="1"/>
                </p:cNvSpPr>
                <p:nvPr/>
              </p:nvSpPr>
              <p:spPr bwMode="auto">
                <a:xfrm>
                  <a:off x="23856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5" name="Rectangle 98"/>
                <p:cNvSpPr>
                  <a:spLocks noChangeArrowheads="1"/>
                </p:cNvSpPr>
                <p:nvPr/>
              </p:nvSpPr>
              <p:spPr bwMode="auto">
                <a:xfrm>
                  <a:off x="24314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6" name="Rectangle 99"/>
                <p:cNvSpPr>
                  <a:spLocks noChangeArrowheads="1"/>
                </p:cNvSpPr>
                <p:nvPr/>
              </p:nvSpPr>
              <p:spPr bwMode="auto">
                <a:xfrm>
                  <a:off x="24771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7" name="Rectangle 100"/>
                <p:cNvSpPr>
                  <a:spLocks noChangeArrowheads="1"/>
                </p:cNvSpPr>
                <p:nvPr/>
              </p:nvSpPr>
              <p:spPr bwMode="auto">
                <a:xfrm>
                  <a:off x="25228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8" name="Rectangle 101"/>
                <p:cNvSpPr>
                  <a:spLocks noChangeArrowheads="1"/>
                </p:cNvSpPr>
                <p:nvPr/>
              </p:nvSpPr>
              <p:spPr bwMode="auto">
                <a:xfrm>
                  <a:off x="25685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9" name="Rectangle 102"/>
                <p:cNvSpPr>
                  <a:spLocks noChangeArrowheads="1"/>
                </p:cNvSpPr>
                <p:nvPr/>
              </p:nvSpPr>
              <p:spPr bwMode="auto">
                <a:xfrm>
                  <a:off x="26142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0" name="Rectangle 103"/>
                <p:cNvSpPr>
                  <a:spLocks noChangeArrowheads="1"/>
                </p:cNvSpPr>
                <p:nvPr/>
              </p:nvSpPr>
              <p:spPr bwMode="auto">
                <a:xfrm>
                  <a:off x="26600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1" name="Rectangle 104"/>
                <p:cNvSpPr>
                  <a:spLocks noChangeArrowheads="1"/>
                </p:cNvSpPr>
                <p:nvPr/>
              </p:nvSpPr>
              <p:spPr bwMode="auto">
                <a:xfrm>
                  <a:off x="27057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2" name="Rectangle 105"/>
                <p:cNvSpPr>
                  <a:spLocks noChangeArrowheads="1"/>
                </p:cNvSpPr>
                <p:nvPr/>
              </p:nvSpPr>
              <p:spPr bwMode="auto">
                <a:xfrm>
                  <a:off x="27514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3" name="Rectangle 106"/>
                <p:cNvSpPr>
                  <a:spLocks noChangeArrowheads="1"/>
                </p:cNvSpPr>
                <p:nvPr/>
              </p:nvSpPr>
              <p:spPr bwMode="auto">
                <a:xfrm>
                  <a:off x="27971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4" name="Rectangle 107"/>
                <p:cNvSpPr>
                  <a:spLocks noChangeArrowheads="1"/>
                </p:cNvSpPr>
                <p:nvPr/>
              </p:nvSpPr>
              <p:spPr bwMode="auto">
                <a:xfrm>
                  <a:off x="28428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5" name="Rectangle 108"/>
                <p:cNvSpPr>
                  <a:spLocks noChangeArrowheads="1"/>
                </p:cNvSpPr>
                <p:nvPr/>
              </p:nvSpPr>
              <p:spPr bwMode="auto">
                <a:xfrm>
                  <a:off x="28886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6" name="Rectangle 109"/>
                <p:cNvSpPr>
                  <a:spLocks noChangeArrowheads="1"/>
                </p:cNvSpPr>
                <p:nvPr/>
              </p:nvSpPr>
              <p:spPr bwMode="auto">
                <a:xfrm>
                  <a:off x="29343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7" name="Rectangle 110"/>
                <p:cNvSpPr>
                  <a:spLocks noChangeArrowheads="1"/>
                </p:cNvSpPr>
                <p:nvPr/>
              </p:nvSpPr>
              <p:spPr bwMode="auto">
                <a:xfrm>
                  <a:off x="29800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8" name="Rectangle 111"/>
                <p:cNvSpPr>
                  <a:spLocks noChangeArrowheads="1"/>
                </p:cNvSpPr>
                <p:nvPr/>
              </p:nvSpPr>
              <p:spPr bwMode="auto">
                <a:xfrm>
                  <a:off x="30257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9" name="Rectangle 112"/>
                <p:cNvSpPr>
                  <a:spLocks noChangeArrowheads="1"/>
                </p:cNvSpPr>
                <p:nvPr/>
              </p:nvSpPr>
              <p:spPr bwMode="auto">
                <a:xfrm>
                  <a:off x="30714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0" name="Rectangle 113"/>
                <p:cNvSpPr>
                  <a:spLocks noChangeArrowheads="1"/>
                </p:cNvSpPr>
                <p:nvPr/>
              </p:nvSpPr>
              <p:spPr bwMode="auto">
                <a:xfrm>
                  <a:off x="18827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1" name="Rectangle 114"/>
                <p:cNvSpPr>
                  <a:spLocks noChangeArrowheads="1"/>
                </p:cNvSpPr>
                <p:nvPr/>
              </p:nvSpPr>
              <p:spPr bwMode="auto">
                <a:xfrm>
                  <a:off x="19284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2" name="Rectangle 115"/>
                <p:cNvSpPr>
                  <a:spLocks noChangeArrowheads="1"/>
                </p:cNvSpPr>
                <p:nvPr/>
              </p:nvSpPr>
              <p:spPr bwMode="auto">
                <a:xfrm>
                  <a:off x="19742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3" name="Rectangle 116"/>
                <p:cNvSpPr>
                  <a:spLocks noChangeArrowheads="1"/>
                </p:cNvSpPr>
                <p:nvPr/>
              </p:nvSpPr>
              <p:spPr bwMode="auto">
                <a:xfrm>
                  <a:off x="20199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4" name="Rectangle 117"/>
                <p:cNvSpPr>
                  <a:spLocks noChangeArrowheads="1"/>
                </p:cNvSpPr>
                <p:nvPr/>
              </p:nvSpPr>
              <p:spPr bwMode="auto">
                <a:xfrm>
                  <a:off x="20656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5" name="Rectangle 118"/>
                <p:cNvSpPr>
                  <a:spLocks noChangeArrowheads="1"/>
                </p:cNvSpPr>
                <p:nvPr/>
              </p:nvSpPr>
              <p:spPr bwMode="auto">
                <a:xfrm>
                  <a:off x="21113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6" name="Rectangle 119"/>
                <p:cNvSpPr>
                  <a:spLocks noChangeArrowheads="1"/>
                </p:cNvSpPr>
                <p:nvPr/>
              </p:nvSpPr>
              <p:spPr bwMode="auto">
                <a:xfrm>
                  <a:off x="21570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7" name="Rectangle 120"/>
                <p:cNvSpPr>
                  <a:spLocks noChangeArrowheads="1"/>
                </p:cNvSpPr>
                <p:nvPr/>
              </p:nvSpPr>
              <p:spPr bwMode="auto">
                <a:xfrm>
                  <a:off x="22028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8" name="Rectangle 121"/>
                <p:cNvSpPr>
                  <a:spLocks noChangeArrowheads="1"/>
                </p:cNvSpPr>
                <p:nvPr/>
              </p:nvSpPr>
              <p:spPr bwMode="auto">
                <a:xfrm>
                  <a:off x="22485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9" name="Rectangle 122"/>
                <p:cNvSpPr>
                  <a:spLocks noChangeArrowheads="1"/>
                </p:cNvSpPr>
                <p:nvPr/>
              </p:nvSpPr>
              <p:spPr bwMode="auto">
                <a:xfrm>
                  <a:off x="22942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0" name="Rectangle 123"/>
                <p:cNvSpPr>
                  <a:spLocks noChangeArrowheads="1"/>
                </p:cNvSpPr>
                <p:nvPr/>
              </p:nvSpPr>
              <p:spPr bwMode="auto">
                <a:xfrm>
                  <a:off x="23399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1" name="Rectangle 124"/>
                <p:cNvSpPr>
                  <a:spLocks noChangeArrowheads="1"/>
                </p:cNvSpPr>
                <p:nvPr/>
              </p:nvSpPr>
              <p:spPr bwMode="auto">
                <a:xfrm>
                  <a:off x="23856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2" name="Rectangle 125"/>
                <p:cNvSpPr>
                  <a:spLocks noChangeArrowheads="1"/>
                </p:cNvSpPr>
                <p:nvPr/>
              </p:nvSpPr>
              <p:spPr bwMode="auto">
                <a:xfrm>
                  <a:off x="24314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3" name="Rectangle 126"/>
                <p:cNvSpPr>
                  <a:spLocks noChangeArrowheads="1"/>
                </p:cNvSpPr>
                <p:nvPr/>
              </p:nvSpPr>
              <p:spPr bwMode="auto">
                <a:xfrm>
                  <a:off x="24771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4" name="Rectangle 127"/>
                <p:cNvSpPr>
                  <a:spLocks noChangeArrowheads="1"/>
                </p:cNvSpPr>
                <p:nvPr/>
              </p:nvSpPr>
              <p:spPr bwMode="auto">
                <a:xfrm>
                  <a:off x="25228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5" name="Rectangle 128"/>
                <p:cNvSpPr>
                  <a:spLocks noChangeArrowheads="1"/>
                </p:cNvSpPr>
                <p:nvPr/>
              </p:nvSpPr>
              <p:spPr bwMode="auto">
                <a:xfrm>
                  <a:off x="25685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6" name="Rectangle 129"/>
                <p:cNvSpPr>
                  <a:spLocks noChangeArrowheads="1"/>
                </p:cNvSpPr>
                <p:nvPr/>
              </p:nvSpPr>
              <p:spPr bwMode="auto">
                <a:xfrm>
                  <a:off x="26142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7" name="Rectangle 130"/>
                <p:cNvSpPr>
                  <a:spLocks noChangeArrowheads="1"/>
                </p:cNvSpPr>
                <p:nvPr/>
              </p:nvSpPr>
              <p:spPr bwMode="auto">
                <a:xfrm>
                  <a:off x="26600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8" name="Rectangle 131"/>
                <p:cNvSpPr>
                  <a:spLocks noChangeArrowheads="1"/>
                </p:cNvSpPr>
                <p:nvPr/>
              </p:nvSpPr>
              <p:spPr bwMode="auto">
                <a:xfrm>
                  <a:off x="27057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9" name="Rectangle 132"/>
                <p:cNvSpPr>
                  <a:spLocks noChangeArrowheads="1"/>
                </p:cNvSpPr>
                <p:nvPr/>
              </p:nvSpPr>
              <p:spPr bwMode="auto">
                <a:xfrm>
                  <a:off x="27514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0" name="Rectangle 133"/>
                <p:cNvSpPr>
                  <a:spLocks noChangeArrowheads="1"/>
                </p:cNvSpPr>
                <p:nvPr/>
              </p:nvSpPr>
              <p:spPr bwMode="auto">
                <a:xfrm>
                  <a:off x="27971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1" name="Rectangle 134"/>
                <p:cNvSpPr>
                  <a:spLocks noChangeArrowheads="1"/>
                </p:cNvSpPr>
                <p:nvPr/>
              </p:nvSpPr>
              <p:spPr bwMode="auto">
                <a:xfrm>
                  <a:off x="28428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2" name="Rectangle 135"/>
                <p:cNvSpPr>
                  <a:spLocks noChangeArrowheads="1"/>
                </p:cNvSpPr>
                <p:nvPr/>
              </p:nvSpPr>
              <p:spPr bwMode="auto">
                <a:xfrm>
                  <a:off x="28886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3" name="Rectangle 136"/>
                <p:cNvSpPr>
                  <a:spLocks noChangeArrowheads="1"/>
                </p:cNvSpPr>
                <p:nvPr/>
              </p:nvSpPr>
              <p:spPr bwMode="auto">
                <a:xfrm>
                  <a:off x="29343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4" name="Rectangle 137"/>
                <p:cNvSpPr>
                  <a:spLocks noChangeArrowheads="1"/>
                </p:cNvSpPr>
                <p:nvPr/>
              </p:nvSpPr>
              <p:spPr bwMode="auto">
                <a:xfrm>
                  <a:off x="29800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5" name="Rectangle 138"/>
                <p:cNvSpPr>
                  <a:spLocks noChangeArrowheads="1"/>
                </p:cNvSpPr>
                <p:nvPr/>
              </p:nvSpPr>
              <p:spPr bwMode="auto">
                <a:xfrm>
                  <a:off x="30257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6" name="Rectangle 139"/>
                <p:cNvSpPr>
                  <a:spLocks noChangeArrowheads="1"/>
                </p:cNvSpPr>
                <p:nvPr/>
              </p:nvSpPr>
              <p:spPr bwMode="auto">
                <a:xfrm>
                  <a:off x="30714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7" name="Rectangle 140"/>
                <p:cNvSpPr>
                  <a:spLocks noChangeArrowheads="1"/>
                </p:cNvSpPr>
                <p:nvPr/>
              </p:nvSpPr>
              <p:spPr bwMode="auto">
                <a:xfrm>
                  <a:off x="18827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8" name="Rectangle 141"/>
                <p:cNvSpPr>
                  <a:spLocks noChangeArrowheads="1"/>
                </p:cNvSpPr>
                <p:nvPr/>
              </p:nvSpPr>
              <p:spPr bwMode="auto">
                <a:xfrm>
                  <a:off x="19284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9" name="Rectangle 142"/>
                <p:cNvSpPr>
                  <a:spLocks noChangeArrowheads="1"/>
                </p:cNvSpPr>
                <p:nvPr/>
              </p:nvSpPr>
              <p:spPr bwMode="auto">
                <a:xfrm>
                  <a:off x="19742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0" name="Rectangle 143"/>
                <p:cNvSpPr>
                  <a:spLocks noChangeArrowheads="1"/>
                </p:cNvSpPr>
                <p:nvPr/>
              </p:nvSpPr>
              <p:spPr bwMode="auto">
                <a:xfrm>
                  <a:off x="20199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1" name="Rectangle 144"/>
                <p:cNvSpPr>
                  <a:spLocks noChangeArrowheads="1"/>
                </p:cNvSpPr>
                <p:nvPr/>
              </p:nvSpPr>
              <p:spPr bwMode="auto">
                <a:xfrm>
                  <a:off x="20656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2" name="Rectangle 145"/>
                <p:cNvSpPr>
                  <a:spLocks noChangeArrowheads="1"/>
                </p:cNvSpPr>
                <p:nvPr/>
              </p:nvSpPr>
              <p:spPr bwMode="auto">
                <a:xfrm>
                  <a:off x="21113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3" name="Rectangle 146"/>
                <p:cNvSpPr>
                  <a:spLocks noChangeArrowheads="1"/>
                </p:cNvSpPr>
                <p:nvPr/>
              </p:nvSpPr>
              <p:spPr bwMode="auto">
                <a:xfrm>
                  <a:off x="21570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4" name="Rectangle 147"/>
                <p:cNvSpPr>
                  <a:spLocks noChangeArrowheads="1"/>
                </p:cNvSpPr>
                <p:nvPr/>
              </p:nvSpPr>
              <p:spPr bwMode="auto">
                <a:xfrm>
                  <a:off x="22028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5" name="Rectangle 148"/>
                <p:cNvSpPr>
                  <a:spLocks noChangeArrowheads="1"/>
                </p:cNvSpPr>
                <p:nvPr/>
              </p:nvSpPr>
              <p:spPr bwMode="auto">
                <a:xfrm>
                  <a:off x="22485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6" name="Rectangle 149"/>
                <p:cNvSpPr>
                  <a:spLocks noChangeArrowheads="1"/>
                </p:cNvSpPr>
                <p:nvPr/>
              </p:nvSpPr>
              <p:spPr bwMode="auto">
                <a:xfrm>
                  <a:off x="22942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7" name="Rectangle 150"/>
                <p:cNvSpPr>
                  <a:spLocks noChangeArrowheads="1"/>
                </p:cNvSpPr>
                <p:nvPr/>
              </p:nvSpPr>
              <p:spPr bwMode="auto">
                <a:xfrm>
                  <a:off x="23399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8" name="Rectangle 151"/>
                <p:cNvSpPr>
                  <a:spLocks noChangeArrowheads="1"/>
                </p:cNvSpPr>
                <p:nvPr/>
              </p:nvSpPr>
              <p:spPr bwMode="auto">
                <a:xfrm>
                  <a:off x="23856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9" name="Rectangle 152"/>
                <p:cNvSpPr>
                  <a:spLocks noChangeArrowheads="1"/>
                </p:cNvSpPr>
                <p:nvPr/>
              </p:nvSpPr>
              <p:spPr bwMode="auto">
                <a:xfrm>
                  <a:off x="24314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0" name="Rectangle 153"/>
                <p:cNvSpPr>
                  <a:spLocks noChangeArrowheads="1"/>
                </p:cNvSpPr>
                <p:nvPr/>
              </p:nvSpPr>
              <p:spPr bwMode="auto">
                <a:xfrm>
                  <a:off x="24771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1" name="Rectangle 154"/>
                <p:cNvSpPr>
                  <a:spLocks noChangeArrowheads="1"/>
                </p:cNvSpPr>
                <p:nvPr/>
              </p:nvSpPr>
              <p:spPr bwMode="auto">
                <a:xfrm>
                  <a:off x="25228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2" name="Rectangle 155"/>
                <p:cNvSpPr>
                  <a:spLocks noChangeArrowheads="1"/>
                </p:cNvSpPr>
                <p:nvPr/>
              </p:nvSpPr>
              <p:spPr bwMode="auto">
                <a:xfrm>
                  <a:off x="25685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3" name="Rectangle 156"/>
                <p:cNvSpPr>
                  <a:spLocks noChangeArrowheads="1"/>
                </p:cNvSpPr>
                <p:nvPr/>
              </p:nvSpPr>
              <p:spPr bwMode="auto">
                <a:xfrm>
                  <a:off x="26142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4" name="Rectangle 157"/>
                <p:cNvSpPr>
                  <a:spLocks noChangeArrowheads="1"/>
                </p:cNvSpPr>
                <p:nvPr/>
              </p:nvSpPr>
              <p:spPr bwMode="auto">
                <a:xfrm>
                  <a:off x="26600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5" name="Rectangle 158"/>
                <p:cNvSpPr>
                  <a:spLocks noChangeArrowheads="1"/>
                </p:cNvSpPr>
                <p:nvPr/>
              </p:nvSpPr>
              <p:spPr bwMode="auto">
                <a:xfrm>
                  <a:off x="27057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6" name="Rectangle 159"/>
                <p:cNvSpPr>
                  <a:spLocks noChangeArrowheads="1"/>
                </p:cNvSpPr>
                <p:nvPr/>
              </p:nvSpPr>
              <p:spPr bwMode="auto">
                <a:xfrm>
                  <a:off x="27514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7" name="Rectangle 160"/>
                <p:cNvSpPr>
                  <a:spLocks noChangeArrowheads="1"/>
                </p:cNvSpPr>
                <p:nvPr/>
              </p:nvSpPr>
              <p:spPr bwMode="auto">
                <a:xfrm>
                  <a:off x="27971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8" name="Rectangle 161"/>
                <p:cNvSpPr>
                  <a:spLocks noChangeArrowheads="1"/>
                </p:cNvSpPr>
                <p:nvPr/>
              </p:nvSpPr>
              <p:spPr bwMode="auto">
                <a:xfrm>
                  <a:off x="28428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9" name="Rectangle 162"/>
                <p:cNvSpPr>
                  <a:spLocks noChangeArrowheads="1"/>
                </p:cNvSpPr>
                <p:nvPr/>
              </p:nvSpPr>
              <p:spPr bwMode="auto">
                <a:xfrm>
                  <a:off x="28886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0" name="Rectangle 163"/>
                <p:cNvSpPr>
                  <a:spLocks noChangeArrowheads="1"/>
                </p:cNvSpPr>
                <p:nvPr/>
              </p:nvSpPr>
              <p:spPr bwMode="auto">
                <a:xfrm>
                  <a:off x="29343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1" name="Rectangle 164"/>
                <p:cNvSpPr>
                  <a:spLocks noChangeArrowheads="1"/>
                </p:cNvSpPr>
                <p:nvPr/>
              </p:nvSpPr>
              <p:spPr bwMode="auto">
                <a:xfrm>
                  <a:off x="29800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2" name="Rectangle 165"/>
                <p:cNvSpPr>
                  <a:spLocks noChangeArrowheads="1"/>
                </p:cNvSpPr>
                <p:nvPr/>
              </p:nvSpPr>
              <p:spPr bwMode="auto">
                <a:xfrm>
                  <a:off x="30257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3" name="Rectangle 166"/>
                <p:cNvSpPr>
                  <a:spLocks noChangeArrowheads="1"/>
                </p:cNvSpPr>
                <p:nvPr/>
              </p:nvSpPr>
              <p:spPr bwMode="auto">
                <a:xfrm>
                  <a:off x="30714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4" name="Rectangle 167"/>
                <p:cNvSpPr>
                  <a:spLocks noChangeArrowheads="1"/>
                </p:cNvSpPr>
                <p:nvPr/>
              </p:nvSpPr>
              <p:spPr bwMode="auto">
                <a:xfrm>
                  <a:off x="18827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5" name="Rectangle 168"/>
                <p:cNvSpPr>
                  <a:spLocks noChangeArrowheads="1"/>
                </p:cNvSpPr>
                <p:nvPr/>
              </p:nvSpPr>
              <p:spPr bwMode="auto">
                <a:xfrm>
                  <a:off x="19284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6" name="Rectangle 169"/>
                <p:cNvSpPr>
                  <a:spLocks noChangeArrowheads="1"/>
                </p:cNvSpPr>
                <p:nvPr/>
              </p:nvSpPr>
              <p:spPr bwMode="auto">
                <a:xfrm>
                  <a:off x="19742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7" name="Rectangle 170"/>
                <p:cNvSpPr>
                  <a:spLocks noChangeArrowheads="1"/>
                </p:cNvSpPr>
                <p:nvPr/>
              </p:nvSpPr>
              <p:spPr bwMode="auto">
                <a:xfrm>
                  <a:off x="20199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8" name="Rectangle 171"/>
                <p:cNvSpPr>
                  <a:spLocks noChangeArrowheads="1"/>
                </p:cNvSpPr>
                <p:nvPr/>
              </p:nvSpPr>
              <p:spPr bwMode="auto">
                <a:xfrm>
                  <a:off x="20656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9" name="Rectangle 172"/>
                <p:cNvSpPr>
                  <a:spLocks noChangeArrowheads="1"/>
                </p:cNvSpPr>
                <p:nvPr/>
              </p:nvSpPr>
              <p:spPr bwMode="auto">
                <a:xfrm>
                  <a:off x="21113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0" name="Rectangle 173"/>
                <p:cNvSpPr>
                  <a:spLocks noChangeArrowheads="1"/>
                </p:cNvSpPr>
                <p:nvPr/>
              </p:nvSpPr>
              <p:spPr bwMode="auto">
                <a:xfrm>
                  <a:off x="21570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1" name="Rectangle 174"/>
                <p:cNvSpPr>
                  <a:spLocks noChangeArrowheads="1"/>
                </p:cNvSpPr>
                <p:nvPr/>
              </p:nvSpPr>
              <p:spPr bwMode="auto">
                <a:xfrm>
                  <a:off x="22028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2" name="Rectangle 175"/>
                <p:cNvSpPr>
                  <a:spLocks noChangeArrowheads="1"/>
                </p:cNvSpPr>
                <p:nvPr/>
              </p:nvSpPr>
              <p:spPr bwMode="auto">
                <a:xfrm>
                  <a:off x="22485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3" name="Rectangle 176"/>
                <p:cNvSpPr>
                  <a:spLocks noChangeArrowheads="1"/>
                </p:cNvSpPr>
                <p:nvPr/>
              </p:nvSpPr>
              <p:spPr bwMode="auto">
                <a:xfrm>
                  <a:off x="22942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4" name="Rectangle 177"/>
                <p:cNvSpPr>
                  <a:spLocks noChangeArrowheads="1"/>
                </p:cNvSpPr>
                <p:nvPr/>
              </p:nvSpPr>
              <p:spPr bwMode="auto">
                <a:xfrm>
                  <a:off x="23399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5" name="Rectangle 178"/>
                <p:cNvSpPr>
                  <a:spLocks noChangeArrowheads="1"/>
                </p:cNvSpPr>
                <p:nvPr/>
              </p:nvSpPr>
              <p:spPr bwMode="auto">
                <a:xfrm>
                  <a:off x="23856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6" name="Rectangle 179"/>
                <p:cNvSpPr>
                  <a:spLocks noChangeArrowheads="1"/>
                </p:cNvSpPr>
                <p:nvPr/>
              </p:nvSpPr>
              <p:spPr bwMode="auto">
                <a:xfrm>
                  <a:off x="24314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7" name="Rectangle 180"/>
                <p:cNvSpPr>
                  <a:spLocks noChangeArrowheads="1"/>
                </p:cNvSpPr>
                <p:nvPr/>
              </p:nvSpPr>
              <p:spPr bwMode="auto">
                <a:xfrm>
                  <a:off x="24771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8" name="Rectangle 181"/>
                <p:cNvSpPr>
                  <a:spLocks noChangeArrowheads="1"/>
                </p:cNvSpPr>
                <p:nvPr/>
              </p:nvSpPr>
              <p:spPr bwMode="auto">
                <a:xfrm>
                  <a:off x="25228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9" name="Rectangle 182"/>
                <p:cNvSpPr>
                  <a:spLocks noChangeArrowheads="1"/>
                </p:cNvSpPr>
                <p:nvPr/>
              </p:nvSpPr>
              <p:spPr bwMode="auto">
                <a:xfrm>
                  <a:off x="25685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0" name="Rectangle 183"/>
                <p:cNvSpPr>
                  <a:spLocks noChangeArrowheads="1"/>
                </p:cNvSpPr>
                <p:nvPr/>
              </p:nvSpPr>
              <p:spPr bwMode="auto">
                <a:xfrm>
                  <a:off x="26142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1" name="Rectangle 184"/>
                <p:cNvSpPr>
                  <a:spLocks noChangeArrowheads="1"/>
                </p:cNvSpPr>
                <p:nvPr/>
              </p:nvSpPr>
              <p:spPr bwMode="auto">
                <a:xfrm>
                  <a:off x="26600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2" name="Rectangle 185"/>
                <p:cNvSpPr>
                  <a:spLocks noChangeArrowheads="1"/>
                </p:cNvSpPr>
                <p:nvPr/>
              </p:nvSpPr>
              <p:spPr bwMode="auto">
                <a:xfrm>
                  <a:off x="27057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3" name="Rectangle 186"/>
                <p:cNvSpPr>
                  <a:spLocks noChangeArrowheads="1"/>
                </p:cNvSpPr>
                <p:nvPr/>
              </p:nvSpPr>
              <p:spPr bwMode="auto">
                <a:xfrm>
                  <a:off x="27514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4" name="Rectangle 187"/>
                <p:cNvSpPr>
                  <a:spLocks noChangeArrowheads="1"/>
                </p:cNvSpPr>
                <p:nvPr/>
              </p:nvSpPr>
              <p:spPr bwMode="auto">
                <a:xfrm>
                  <a:off x="27971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5" name="Rectangle 188"/>
                <p:cNvSpPr>
                  <a:spLocks noChangeArrowheads="1"/>
                </p:cNvSpPr>
                <p:nvPr/>
              </p:nvSpPr>
              <p:spPr bwMode="auto">
                <a:xfrm>
                  <a:off x="28428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6" name="Rectangle 189"/>
                <p:cNvSpPr>
                  <a:spLocks noChangeArrowheads="1"/>
                </p:cNvSpPr>
                <p:nvPr/>
              </p:nvSpPr>
              <p:spPr bwMode="auto">
                <a:xfrm>
                  <a:off x="28886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7" name="Rectangle 190"/>
                <p:cNvSpPr>
                  <a:spLocks noChangeArrowheads="1"/>
                </p:cNvSpPr>
                <p:nvPr/>
              </p:nvSpPr>
              <p:spPr bwMode="auto">
                <a:xfrm>
                  <a:off x="29343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8" name="Rectangle 191"/>
                <p:cNvSpPr>
                  <a:spLocks noChangeArrowheads="1"/>
                </p:cNvSpPr>
                <p:nvPr/>
              </p:nvSpPr>
              <p:spPr bwMode="auto">
                <a:xfrm>
                  <a:off x="29800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9" name="Rectangle 192"/>
                <p:cNvSpPr>
                  <a:spLocks noChangeArrowheads="1"/>
                </p:cNvSpPr>
                <p:nvPr/>
              </p:nvSpPr>
              <p:spPr bwMode="auto">
                <a:xfrm>
                  <a:off x="30257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0" name="Rectangle 193"/>
                <p:cNvSpPr>
                  <a:spLocks noChangeArrowheads="1"/>
                </p:cNvSpPr>
                <p:nvPr/>
              </p:nvSpPr>
              <p:spPr bwMode="auto">
                <a:xfrm>
                  <a:off x="30714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1" name="Rectangle 194"/>
                <p:cNvSpPr>
                  <a:spLocks noChangeArrowheads="1"/>
                </p:cNvSpPr>
                <p:nvPr/>
              </p:nvSpPr>
              <p:spPr bwMode="auto">
                <a:xfrm>
                  <a:off x="18827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2" name="Rectangle 195"/>
                <p:cNvSpPr>
                  <a:spLocks noChangeArrowheads="1"/>
                </p:cNvSpPr>
                <p:nvPr/>
              </p:nvSpPr>
              <p:spPr bwMode="auto">
                <a:xfrm>
                  <a:off x="192849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3" name="Rectangle 196"/>
                <p:cNvSpPr>
                  <a:spLocks noChangeArrowheads="1"/>
                </p:cNvSpPr>
                <p:nvPr/>
              </p:nvSpPr>
              <p:spPr bwMode="auto">
                <a:xfrm>
                  <a:off x="197421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4" name="Rectangle 197"/>
                <p:cNvSpPr>
                  <a:spLocks noChangeArrowheads="1"/>
                </p:cNvSpPr>
                <p:nvPr/>
              </p:nvSpPr>
              <p:spPr bwMode="auto">
                <a:xfrm>
                  <a:off x="201993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5" name="Rectangle 198"/>
                <p:cNvSpPr>
                  <a:spLocks noChangeArrowheads="1"/>
                </p:cNvSpPr>
                <p:nvPr/>
              </p:nvSpPr>
              <p:spPr bwMode="auto">
                <a:xfrm>
                  <a:off x="206565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6" name="Rectangle 199"/>
                <p:cNvSpPr>
                  <a:spLocks noChangeArrowheads="1"/>
                </p:cNvSpPr>
                <p:nvPr/>
              </p:nvSpPr>
              <p:spPr bwMode="auto">
                <a:xfrm>
                  <a:off x="21113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7" name="Rectangle 200"/>
                <p:cNvSpPr>
                  <a:spLocks noChangeArrowheads="1"/>
                </p:cNvSpPr>
                <p:nvPr/>
              </p:nvSpPr>
              <p:spPr bwMode="auto">
                <a:xfrm>
                  <a:off x="215709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8" name="Rectangle 201"/>
                <p:cNvSpPr>
                  <a:spLocks noChangeArrowheads="1"/>
                </p:cNvSpPr>
                <p:nvPr/>
              </p:nvSpPr>
              <p:spPr bwMode="auto">
                <a:xfrm>
                  <a:off x="220281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9" name="Rectangle 202"/>
                <p:cNvSpPr>
                  <a:spLocks noChangeArrowheads="1"/>
                </p:cNvSpPr>
                <p:nvPr/>
              </p:nvSpPr>
              <p:spPr bwMode="auto">
                <a:xfrm>
                  <a:off x="224853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0" name="Rectangle 203"/>
                <p:cNvSpPr>
                  <a:spLocks noChangeArrowheads="1"/>
                </p:cNvSpPr>
                <p:nvPr/>
              </p:nvSpPr>
              <p:spPr bwMode="auto">
                <a:xfrm>
                  <a:off x="229425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1" name="Rectangle 204"/>
                <p:cNvSpPr>
                  <a:spLocks noChangeArrowheads="1"/>
                </p:cNvSpPr>
                <p:nvPr/>
              </p:nvSpPr>
              <p:spPr bwMode="auto">
                <a:xfrm>
                  <a:off x="23399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2" name="Rectangle 206"/>
                <p:cNvSpPr>
                  <a:spLocks noChangeArrowheads="1"/>
                </p:cNvSpPr>
                <p:nvPr/>
              </p:nvSpPr>
              <p:spPr bwMode="auto">
                <a:xfrm>
                  <a:off x="23856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3" name="Rectangle 207"/>
                <p:cNvSpPr>
                  <a:spLocks noChangeArrowheads="1"/>
                </p:cNvSpPr>
                <p:nvPr/>
              </p:nvSpPr>
              <p:spPr bwMode="auto">
                <a:xfrm>
                  <a:off x="24314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4" name="Rectangle 208"/>
                <p:cNvSpPr>
                  <a:spLocks noChangeArrowheads="1"/>
                </p:cNvSpPr>
                <p:nvPr/>
              </p:nvSpPr>
              <p:spPr bwMode="auto">
                <a:xfrm>
                  <a:off x="24771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5" name="Rectangle 209"/>
                <p:cNvSpPr>
                  <a:spLocks noChangeArrowheads="1"/>
                </p:cNvSpPr>
                <p:nvPr/>
              </p:nvSpPr>
              <p:spPr bwMode="auto">
                <a:xfrm>
                  <a:off x="25228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6" name="Rectangle 210"/>
                <p:cNvSpPr>
                  <a:spLocks noChangeArrowheads="1"/>
                </p:cNvSpPr>
                <p:nvPr/>
              </p:nvSpPr>
              <p:spPr bwMode="auto">
                <a:xfrm>
                  <a:off x="25685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7" name="Rectangle 211"/>
                <p:cNvSpPr>
                  <a:spLocks noChangeArrowheads="1"/>
                </p:cNvSpPr>
                <p:nvPr/>
              </p:nvSpPr>
              <p:spPr bwMode="auto">
                <a:xfrm>
                  <a:off x="26142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8" name="Rectangle 212"/>
                <p:cNvSpPr>
                  <a:spLocks noChangeArrowheads="1"/>
                </p:cNvSpPr>
                <p:nvPr/>
              </p:nvSpPr>
              <p:spPr bwMode="auto">
                <a:xfrm>
                  <a:off x="26600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9" name="Rectangle 213"/>
                <p:cNvSpPr>
                  <a:spLocks noChangeArrowheads="1"/>
                </p:cNvSpPr>
                <p:nvPr/>
              </p:nvSpPr>
              <p:spPr bwMode="auto">
                <a:xfrm>
                  <a:off x="27057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0" name="Rectangle 214"/>
                <p:cNvSpPr>
                  <a:spLocks noChangeArrowheads="1"/>
                </p:cNvSpPr>
                <p:nvPr/>
              </p:nvSpPr>
              <p:spPr bwMode="auto">
                <a:xfrm>
                  <a:off x="27514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1" name="Rectangle 215"/>
                <p:cNvSpPr>
                  <a:spLocks noChangeArrowheads="1"/>
                </p:cNvSpPr>
                <p:nvPr/>
              </p:nvSpPr>
              <p:spPr bwMode="auto">
                <a:xfrm>
                  <a:off x="27971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2" name="Rectangle 216"/>
                <p:cNvSpPr>
                  <a:spLocks noChangeArrowheads="1"/>
                </p:cNvSpPr>
                <p:nvPr/>
              </p:nvSpPr>
              <p:spPr bwMode="auto">
                <a:xfrm>
                  <a:off x="28428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3" name="Rectangle 217"/>
                <p:cNvSpPr>
                  <a:spLocks noChangeArrowheads="1"/>
                </p:cNvSpPr>
                <p:nvPr/>
              </p:nvSpPr>
              <p:spPr bwMode="auto">
                <a:xfrm>
                  <a:off x="28886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4" name="Rectangle 218"/>
                <p:cNvSpPr>
                  <a:spLocks noChangeArrowheads="1"/>
                </p:cNvSpPr>
                <p:nvPr/>
              </p:nvSpPr>
              <p:spPr bwMode="auto">
                <a:xfrm>
                  <a:off x="29343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5" name="Rectangle 219"/>
                <p:cNvSpPr>
                  <a:spLocks noChangeArrowheads="1"/>
                </p:cNvSpPr>
                <p:nvPr/>
              </p:nvSpPr>
              <p:spPr bwMode="auto">
                <a:xfrm>
                  <a:off x="29800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6" name="Rectangle 220"/>
                <p:cNvSpPr>
                  <a:spLocks noChangeArrowheads="1"/>
                </p:cNvSpPr>
                <p:nvPr/>
              </p:nvSpPr>
              <p:spPr bwMode="auto">
                <a:xfrm>
                  <a:off x="30257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7" name="Rectangle 221"/>
                <p:cNvSpPr>
                  <a:spLocks noChangeArrowheads="1"/>
                </p:cNvSpPr>
                <p:nvPr/>
              </p:nvSpPr>
              <p:spPr bwMode="auto">
                <a:xfrm>
                  <a:off x="30714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8" name="Rectangle 222"/>
                <p:cNvSpPr>
                  <a:spLocks noChangeArrowheads="1"/>
                </p:cNvSpPr>
                <p:nvPr/>
              </p:nvSpPr>
              <p:spPr bwMode="auto">
                <a:xfrm>
                  <a:off x="18827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9" name="Rectangle 223"/>
                <p:cNvSpPr>
                  <a:spLocks noChangeArrowheads="1"/>
                </p:cNvSpPr>
                <p:nvPr/>
              </p:nvSpPr>
              <p:spPr bwMode="auto">
                <a:xfrm>
                  <a:off x="19284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0" name="Rectangle 224"/>
                <p:cNvSpPr>
                  <a:spLocks noChangeArrowheads="1"/>
                </p:cNvSpPr>
                <p:nvPr/>
              </p:nvSpPr>
              <p:spPr bwMode="auto">
                <a:xfrm>
                  <a:off x="19742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1" name="Rectangle 225"/>
                <p:cNvSpPr>
                  <a:spLocks noChangeArrowheads="1"/>
                </p:cNvSpPr>
                <p:nvPr/>
              </p:nvSpPr>
              <p:spPr bwMode="auto">
                <a:xfrm>
                  <a:off x="20199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2" name="Rectangle 226"/>
                <p:cNvSpPr>
                  <a:spLocks noChangeArrowheads="1"/>
                </p:cNvSpPr>
                <p:nvPr/>
              </p:nvSpPr>
              <p:spPr bwMode="auto">
                <a:xfrm>
                  <a:off x="20656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3" name="Rectangle 227"/>
                <p:cNvSpPr>
                  <a:spLocks noChangeArrowheads="1"/>
                </p:cNvSpPr>
                <p:nvPr/>
              </p:nvSpPr>
              <p:spPr bwMode="auto">
                <a:xfrm>
                  <a:off x="21113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4" name="Rectangle 228"/>
                <p:cNvSpPr>
                  <a:spLocks noChangeArrowheads="1"/>
                </p:cNvSpPr>
                <p:nvPr/>
              </p:nvSpPr>
              <p:spPr bwMode="auto">
                <a:xfrm>
                  <a:off x="21570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5" name="Rectangle 229"/>
                <p:cNvSpPr>
                  <a:spLocks noChangeArrowheads="1"/>
                </p:cNvSpPr>
                <p:nvPr/>
              </p:nvSpPr>
              <p:spPr bwMode="auto">
                <a:xfrm>
                  <a:off x="22028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6" name="Rectangle 230"/>
                <p:cNvSpPr>
                  <a:spLocks noChangeArrowheads="1"/>
                </p:cNvSpPr>
                <p:nvPr/>
              </p:nvSpPr>
              <p:spPr bwMode="auto">
                <a:xfrm>
                  <a:off x="22485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7" name="Rectangle 231"/>
                <p:cNvSpPr>
                  <a:spLocks noChangeArrowheads="1"/>
                </p:cNvSpPr>
                <p:nvPr/>
              </p:nvSpPr>
              <p:spPr bwMode="auto">
                <a:xfrm>
                  <a:off x="22942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8" name="Rectangle 232"/>
                <p:cNvSpPr>
                  <a:spLocks noChangeArrowheads="1"/>
                </p:cNvSpPr>
                <p:nvPr/>
              </p:nvSpPr>
              <p:spPr bwMode="auto">
                <a:xfrm>
                  <a:off x="23399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9" name="Rectangle 233"/>
                <p:cNvSpPr>
                  <a:spLocks noChangeArrowheads="1"/>
                </p:cNvSpPr>
                <p:nvPr/>
              </p:nvSpPr>
              <p:spPr bwMode="auto">
                <a:xfrm>
                  <a:off x="23856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0" name="Rectangle 234"/>
                <p:cNvSpPr>
                  <a:spLocks noChangeArrowheads="1"/>
                </p:cNvSpPr>
                <p:nvPr/>
              </p:nvSpPr>
              <p:spPr bwMode="auto">
                <a:xfrm>
                  <a:off x="24314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1" name="Rectangle 235"/>
                <p:cNvSpPr>
                  <a:spLocks noChangeArrowheads="1"/>
                </p:cNvSpPr>
                <p:nvPr/>
              </p:nvSpPr>
              <p:spPr bwMode="auto">
                <a:xfrm>
                  <a:off x="24771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2" name="Rectangle 236"/>
                <p:cNvSpPr>
                  <a:spLocks noChangeArrowheads="1"/>
                </p:cNvSpPr>
                <p:nvPr/>
              </p:nvSpPr>
              <p:spPr bwMode="auto">
                <a:xfrm>
                  <a:off x="25228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3" name="Rectangle 237"/>
                <p:cNvSpPr>
                  <a:spLocks noChangeArrowheads="1"/>
                </p:cNvSpPr>
                <p:nvPr/>
              </p:nvSpPr>
              <p:spPr bwMode="auto">
                <a:xfrm>
                  <a:off x="25685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4" name="Rectangle 238"/>
                <p:cNvSpPr>
                  <a:spLocks noChangeArrowheads="1"/>
                </p:cNvSpPr>
                <p:nvPr/>
              </p:nvSpPr>
              <p:spPr bwMode="auto">
                <a:xfrm>
                  <a:off x="26142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5" name="Rectangle 239"/>
                <p:cNvSpPr>
                  <a:spLocks noChangeArrowheads="1"/>
                </p:cNvSpPr>
                <p:nvPr/>
              </p:nvSpPr>
              <p:spPr bwMode="auto">
                <a:xfrm>
                  <a:off x="26600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6" name="Rectangle 240"/>
                <p:cNvSpPr>
                  <a:spLocks noChangeArrowheads="1"/>
                </p:cNvSpPr>
                <p:nvPr/>
              </p:nvSpPr>
              <p:spPr bwMode="auto">
                <a:xfrm>
                  <a:off x="27057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7" name="Rectangle 241"/>
                <p:cNvSpPr>
                  <a:spLocks noChangeArrowheads="1"/>
                </p:cNvSpPr>
                <p:nvPr/>
              </p:nvSpPr>
              <p:spPr bwMode="auto">
                <a:xfrm>
                  <a:off x="27514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8" name="Rectangle 242"/>
                <p:cNvSpPr>
                  <a:spLocks noChangeArrowheads="1"/>
                </p:cNvSpPr>
                <p:nvPr/>
              </p:nvSpPr>
              <p:spPr bwMode="auto">
                <a:xfrm>
                  <a:off x="27971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9" name="Rectangle 243"/>
                <p:cNvSpPr>
                  <a:spLocks noChangeArrowheads="1"/>
                </p:cNvSpPr>
                <p:nvPr/>
              </p:nvSpPr>
              <p:spPr bwMode="auto">
                <a:xfrm>
                  <a:off x="28428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0" name="Rectangle 244"/>
                <p:cNvSpPr>
                  <a:spLocks noChangeArrowheads="1"/>
                </p:cNvSpPr>
                <p:nvPr/>
              </p:nvSpPr>
              <p:spPr bwMode="auto">
                <a:xfrm>
                  <a:off x="28886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1" name="Rectangle 245"/>
                <p:cNvSpPr>
                  <a:spLocks noChangeArrowheads="1"/>
                </p:cNvSpPr>
                <p:nvPr/>
              </p:nvSpPr>
              <p:spPr bwMode="auto">
                <a:xfrm>
                  <a:off x="29343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2" name="Rectangle 246"/>
                <p:cNvSpPr>
                  <a:spLocks noChangeArrowheads="1"/>
                </p:cNvSpPr>
                <p:nvPr/>
              </p:nvSpPr>
              <p:spPr bwMode="auto">
                <a:xfrm>
                  <a:off x="29800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3" name="Rectangle 247"/>
                <p:cNvSpPr>
                  <a:spLocks noChangeArrowheads="1"/>
                </p:cNvSpPr>
                <p:nvPr/>
              </p:nvSpPr>
              <p:spPr bwMode="auto">
                <a:xfrm>
                  <a:off x="30257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4" name="Rectangle 248"/>
                <p:cNvSpPr>
                  <a:spLocks noChangeArrowheads="1"/>
                </p:cNvSpPr>
                <p:nvPr/>
              </p:nvSpPr>
              <p:spPr bwMode="auto">
                <a:xfrm>
                  <a:off x="30714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5" name="Rectangle 249"/>
                <p:cNvSpPr>
                  <a:spLocks noChangeArrowheads="1"/>
                </p:cNvSpPr>
                <p:nvPr/>
              </p:nvSpPr>
              <p:spPr bwMode="auto">
                <a:xfrm>
                  <a:off x="18827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6" name="Rectangle 250"/>
                <p:cNvSpPr>
                  <a:spLocks noChangeArrowheads="1"/>
                </p:cNvSpPr>
                <p:nvPr/>
              </p:nvSpPr>
              <p:spPr bwMode="auto">
                <a:xfrm>
                  <a:off x="19284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7" name="Rectangle 251"/>
                <p:cNvSpPr>
                  <a:spLocks noChangeArrowheads="1"/>
                </p:cNvSpPr>
                <p:nvPr/>
              </p:nvSpPr>
              <p:spPr bwMode="auto">
                <a:xfrm>
                  <a:off x="19742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8" name="Rectangle 252"/>
                <p:cNvSpPr>
                  <a:spLocks noChangeArrowheads="1"/>
                </p:cNvSpPr>
                <p:nvPr/>
              </p:nvSpPr>
              <p:spPr bwMode="auto">
                <a:xfrm>
                  <a:off x="20199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9" name="Rectangle 253"/>
                <p:cNvSpPr>
                  <a:spLocks noChangeArrowheads="1"/>
                </p:cNvSpPr>
                <p:nvPr/>
              </p:nvSpPr>
              <p:spPr bwMode="auto">
                <a:xfrm>
                  <a:off x="20656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0" name="Rectangle 254"/>
                <p:cNvSpPr>
                  <a:spLocks noChangeArrowheads="1"/>
                </p:cNvSpPr>
                <p:nvPr/>
              </p:nvSpPr>
              <p:spPr bwMode="auto">
                <a:xfrm>
                  <a:off x="21113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1" name="Rectangle 255"/>
                <p:cNvSpPr>
                  <a:spLocks noChangeArrowheads="1"/>
                </p:cNvSpPr>
                <p:nvPr/>
              </p:nvSpPr>
              <p:spPr bwMode="auto">
                <a:xfrm>
                  <a:off x="21570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2" name="Rectangle 256"/>
                <p:cNvSpPr>
                  <a:spLocks noChangeArrowheads="1"/>
                </p:cNvSpPr>
                <p:nvPr/>
              </p:nvSpPr>
              <p:spPr bwMode="auto">
                <a:xfrm>
                  <a:off x="22028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3" name="Rectangle 257"/>
                <p:cNvSpPr>
                  <a:spLocks noChangeArrowheads="1"/>
                </p:cNvSpPr>
                <p:nvPr/>
              </p:nvSpPr>
              <p:spPr bwMode="auto">
                <a:xfrm>
                  <a:off x="22485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4" name="Rectangle 258"/>
                <p:cNvSpPr>
                  <a:spLocks noChangeArrowheads="1"/>
                </p:cNvSpPr>
                <p:nvPr/>
              </p:nvSpPr>
              <p:spPr bwMode="auto">
                <a:xfrm>
                  <a:off x="22942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5" name="Rectangle 259"/>
                <p:cNvSpPr>
                  <a:spLocks noChangeArrowheads="1"/>
                </p:cNvSpPr>
                <p:nvPr/>
              </p:nvSpPr>
              <p:spPr bwMode="auto">
                <a:xfrm>
                  <a:off x="23399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6" name="Rectangle 260"/>
                <p:cNvSpPr>
                  <a:spLocks noChangeArrowheads="1"/>
                </p:cNvSpPr>
                <p:nvPr/>
              </p:nvSpPr>
              <p:spPr bwMode="auto">
                <a:xfrm>
                  <a:off x="23856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7" name="Rectangle 261"/>
                <p:cNvSpPr>
                  <a:spLocks noChangeArrowheads="1"/>
                </p:cNvSpPr>
                <p:nvPr/>
              </p:nvSpPr>
              <p:spPr bwMode="auto">
                <a:xfrm>
                  <a:off x="24314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8" name="Rectangle 262"/>
                <p:cNvSpPr>
                  <a:spLocks noChangeArrowheads="1"/>
                </p:cNvSpPr>
                <p:nvPr/>
              </p:nvSpPr>
              <p:spPr bwMode="auto">
                <a:xfrm>
                  <a:off x="24771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9" name="Rectangle 263"/>
                <p:cNvSpPr>
                  <a:spLocks noChangeArrowheads="1"/>
                </p:cNvSpPr>
                <p:nvPr/>
              </p:nvSpPr>
              <p:spPr bwMode="auto">
                <a:xfrm>
                  <a:off x="25228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0" name="Rectangle 264"/>
                <p:cNvSpPr>
                  <a:spLocks noChangeArrowheads="1"/>
                </p:cNvSpPr>
                <p:nvPr/>
              </p:nvSpPr>
              <p:spPr bwMode="auto">
                <a:xfrm>
                  <a:off x="25685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1" name="Rectangle 265"/>
                <p:cNvSpPr>
                  <a:spLocks noChangeArrowheads="1"/>
                </p:cNvSpPr>
                <p:nvPr/>
              </p:nvSpPr>
              <p:spPr bwMode="auto">
                <a:xfrm>
                  <a:off x="26142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2" name="Rectangle 266"/>
                <p:cNvSpPr>
                  <a:spLocks noChangeArrowheads="1"/>
                </p:cNvSpPr>
                <p:nvPr/>
              </p:nvSpPr>
              <p:spPr bwMode="auto">
                <a:xfrm>
                  <a:off x="26600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3" name="Rectangle 267"/>
                <p:cNvSpPr>
                  <a:spLocks noChangeArrowheads="1"/>
                </p:cNvSpPr>
                <p:nvPr/>
              </p:nvSpPr>
              <p:spPr bwMode="auto">
                <a:xfrm>
                  <a:off x="27057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4" name="Rectangle 268"/>
                <p:cNvSpPr>
                  <a:spLocks noChangeArrowheads="1"/>
                </p:cNvSpPr>
                <p:nvPr/>
              </p:nvSpPr>
              <p:spPr bwMode="auto">
                <a:xfrm>
                  <a:off x="27514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5" name="Rectangle 269"/>
                <p:cNvSpPr>
                  <a:spLocks noChangeArrowheads="1"/>
                </p:cNvSpPr>
                <p:nvPr/>
              </p:nvSpPr>
              <p:spPr bwMode="auto">
                <a:xfrm>
                  <a:off x="27971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6" name="Rectangle 270"/>
                <p:cNvSpPr>
                  <a:spLocks noChangeArrowheads="1"/>
                </p:cNvSpPr>
                <p:nvPr/>
              </p:nvSpPr>
              <p:spPr bwMode="auto">
                <a:xfrm>
                  <a:off x="28428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7" name="Rectangle 271"/>
                <p:cNvSpPr>
                  <a:spLocks noChangeArrowheads="1"/>
                </p:cNvSpPr>
                <p:nvPr/>
              </p:nvSpPr>
              <p:spPr bwMode="auto">
                <a:xfrm>
                  <a:off x="28886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8" name="Rectangle 272"/>
                <p:cNvSpPr>
                  <a:spLocks noChangeArrowheads="1"/>
                </p:cNvSpPr>
                <p:nvPr/>
              </p:nvSpPr>
              <p:spPr bwMode="auto">
                <a:xfrm>
                  <a:off x="29343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9" name="Rectangle 273"/>
                <p:cNvSpPr>
                  <a:spLocks noChangeArrowheads="1"/>
                </p:cNvSpPr>
                <p:nvPr/>
              </p:nvSpPr>
              <p:spPr bwMode="auto">
                <a:xfrm>
                  <a:off x="29800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0" name="Rectangle 274"/>
                <p:cNvSpPr>
                  <a:spLocks noChangeArrowheads="1"/>
                </p:cNvSpPr>
                <p:nvPr/>
              </p:nvSpPr>
              <p:spPr bwMode="auto">
                <a:xfrm>
                  <a:off x="30257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1" name="Rectangle 275"/>
                <p:cNvSpPr>
                  <a:spLocks noChangeArrowheads="1"/>
                </p:cNvSpPr>
                <p:nvPr/>
              </p:nvSpPr>
              <p:spPr bwMode="auto">
                <a:xfrm>
                  <a:off x="30714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2" name="Rectangle 276"/>
                <p:cNvSpPr>
                  <a:spLocks noChangeArrowheads="1"/>
                </p:cNvSpPr>
                <p:nvPr/>
              </p:nvSpPr>
              <p:spPr bwMode="auto">
                <a:xfrm>
                  <a:off x="18827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3" name="Rectangle 277"/>
                <p:cNvSpPr>
                  <a:spLocks noChangeArrowheads="1"/>
                </p:cNvSpPr>
                <p:nvPr/>
              </p:nvSpPr>
              <p:spPr bwMode="auto">
                <a:xfrm>
                  <a:off x="19284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4" name="Rectangle 278"/>
                <p:cNvSpPr>
                  <a:spLocks noChangeArrowheads="1"/>
                </p:cNvSpPr>
                <p:nvPr/>
              </p:nvSpPr>
              <p:spPr bwMode="auto">
                <a:xfrm>
                  <a:off x="19742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5" name="Rectangle 279"/>
                <p:cNvSpPr>
                  <a:spLocks noChangeArrowheads="1"/>
                </p:cNvSpPr>
                <p:nvPr/>
              </p:nvSpPr>
              <p:spPr bwMode="auto">
                <a:xfrm>
                  <a:off x="20199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6" name="Rectangle 280"/>
                <p:cNvSpPr>
                  <a:spLocks noChangeArrowheads="1"/>
                </p:cNvSpPr>
                <p:nvPr/>
              </p:nvSpPr>
              <p:spPr bwMode="auto">
                <a:xfrm>
                  <a:off x="20656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7" name="Rectangle 281"/>
                <p:cNvSpPr>
                  <a:spLocks noChangeArrowheads="1"/>
                </p:cNvSpPr>
                <p:nvPr/>
              </p:nvSpPr>
              <p:spPr bwMode="auto">
                <a:xfrm>
                  <a:off x="21113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8" name="Rectangle 282"/>
                <p:cNvSpPr>
                  <a:spLocks noChangeArrowheads="1"/>
                </p:cNvSpPr>
                <p:nvPr/>
              </p:nvSpPr>
              <p:spPr bwMode="auto">
                <a:xfrm>
                  <a:off x="21570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9" name="Rectangle 283"/>
                <p:cNvSpPr>
                  <a:spLocks noChangeArrowheads="1"/>
                </p:cNvSpPr>
                <p:nvPr/>
              </p:nvSpPr>
              <p:spPr bwMode="auto">
                <a:xfrm>
                  <a:off x="22028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0" name="Rectangle 284"/>
                <p:cNvSpPr>
                  <a:spLocks noChangeArrowheads="1"/>
                </p:cNvSpPr>
                <p:nvPr/>
              </p:nvSpPr>
              <p:spPr bwMode="auto">
                <a:xfrm>
                  <a:off x="22485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1" name="Rectangle 285"/>
                <p:cNvSpPr>
                  <a:spLocks noChangeArrowheads="1"/>
                </p:cNvSpPr>
                <p:nvPr/>
              </p:nvSpPr>
              <p:spPr bwMode="auto">
                <a:xfrm>
                  <a:off x="22942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2" name="Rectangle 286"/>
                <p:cNvSpPr>
                  <a:spLocks noChangeArrowheads="1"/>
                </p:cNvSpPr>
                <p:nvPr/>
              </p:nvSpPr>
              <p:spPr bwMode="auto">
                <a:xfrm>
                  <a:off x="23399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3" name="Rectangle 287"/>
                <p:cNvSpPr>
                  <a:spLocks noChangeArrowheads="1"/>
                </p:cNvSpPr>
                <p:nvPr/>
              </p:nvSpPr>
              <p:spPr bwMode="auto">
                <a:xfrm>
                  <a:off x="23856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4" name="Rectangle 288"/>
                <p:cNvSpPr>
                  <a:spLocks noChangeArrowheads="1"/>
                </p:cNvSpPr>
                <p:nvPr/>
              </p:nvSpPr>
              <p:spPr bwMode="auto">
                <a:xfrm>
                  <a:off x="24314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5" name="Rectangle 289"/>
                <p:cNvSpPr>
                  <a:spLocks noChangeArrowheads="1"/>
                </p:cNvSpPr>
                <p:nvPr/>
              </p:nvSpPr>
              <p:spPr bwMode="auto">
                <a:xfrm>
                  <a:off x="24771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6" name="Rectangle 290"/>
                <p:cNvSpPr>
                  <a:spLocks noChangeArrowheads="1"/>
                </p:cNvSpPr>
                <p:nvPr/>
              </p:nvSpPr>
              <p:spPr bwMode="auto">
                <a:xfrm>
                  <a:off x="25228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7" name="Rectangle 291"/>
                <p:cNvSpPr>
                  <a:spLocks noChangeArrowheads="1"/>
                </p:cNvSpPr>
                <p:nvPr/>
              </p:nvSpPr>
              <p:spPr bwMode="auto">
                <a:xfrm>
                  <a:off x="25685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8" name="Rectangle 292"/>
                <p:cNvSpPr>
                  <a:spLocks noChangeArrowheads="1"/>
                </p:cNvSpPr>
                <p:nvPr/>
              </p:nvSpPr>
              <p:spPr bwMode="auto">
                <a:xfrm>
                  <a:off x="26142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9" name="Rectangle 293"/>
                <p:cNvSpPr>
                  <a:spLocks noChangeArrowheads="1"/>
                </p:cNvSpPr>
                <p:nvPr/>
              </p:nvSpPr>
              <p:spPr bwMode="auto">
                <a:xfrm>
                  <a:off x="26600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0" name="Rectangle 294"/>
                <p:cNvSpPr>
                  <a:spLocks noChangeArrowheads="1"/>
                </p:cNvSpPr>
                <p:nvPr/>
              </p:nvSpPr>
              <p:spPr bwMode="auto">
                <a:xfrm>
                  <a:off x="27057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1" name="Rectangle 295"/>
                <p:cNvSpPr>
                  <a:spLocks noChangeArrowheads="1"/>
                </p:cNvSpPr>
                <p:nvPr/>
              </p:nvSpPr>
              <p:spPr bwMode="auto">
                <a:xfrm>
                  <a:off x="27514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2" name="Rectangle 296"/>
                <p:cNvSpPr>
                  <a:spLocks noChangeArrowheads="1"/>
                </p:cNvSpPr>
                <p:nvPr/>
              </p:nvSpPr>
              <p:spPr bwMode="auto">
                <a:xfrm>
                  <a:off x="27971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3" name="Rectangle 297"/>
                <p:cNvSpPr>
                  <a:spLocks noChangeArrowheads="1"/>
                </p:cNvSpPr>
                <p:nvPr/>
              </p:nvSpPr>
              <p:spPr bwMode="auto">
                <a:xfrm>
                  <a:off x="28428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4" name="Rectangle 298"/>
                <p:cNvSpPr>
                  <a:spLocks noChangeArrowheads="1"/>
                </p:cNvSpPr>
                <p:nvPr/>
              </p:nvSpPr>
              <p:spPr bwMode="auto">
                <a:xfrm>
                  <a:off x="28886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5" name="Rectangle 299"/>
                <p:cNvSpPr>
                  <a:spLocks noChangeArrowheads="1"/>
                </p:cNvSpPr>
                <p:nvPr/>
              </p:nvSpPr>
              <p:spPr bwMode="auto">
                <a:xfrm>
                  <a:off x="29343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6" name="Rectangle 300"/>
                <p:cNvSpPr>
                  <a:spLocks noChangeArrowheads="1"/>
                </p:cNvSpPr>
                <p:nvPr/>
              </p:nvSpPr>
              <p:spPr bwMode="auto">
                <a:xfrm>
                  <a:off x="29800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7" name="Rectangle 301"/>
                <p:cNvSpPr>
                  <a:spLocks noChangeArrowheads="1"/>
                </p:cNvSpPr>
                <p:nvPr/>
              </p:nvSpPr>
              <p:spPr bwMode="auto">
                <a:xfrm>
                  <a:off x="30257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8" name="Rectangle 302"/>
                <p:cNvSpPr>
                  <a:spLocks noChangeArrowheads="1"/>
                </p:cNvSpPr>
                <p:nvPr/>
              </p:nvSpPr>
              <p:spPr bwMode="auto">
                <a:xfrm>
                  <a:off x="30714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9" name="Rectangle 303"/>
                <p:cNvSpPr>
                  <a:spLocks noChangeArrowheads="1"/>
                </p:cNvSpPr>
                <p:nvPr/>
              </p:nvSpPr>
              <p:spPr bwMode="auto">
                <a:xfrm>
                  <a:off x="18827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0" name="Rectangle 304"/>
                <p:cNvSpPr>
                  <a:spLocks noChangeArrowheads="1"/>
                </p:cNvSpPr>
                <p:nvPr/>
              </p:nvSpPr>
              <p:spPr bwMode="auto">
                <a:xfrm>
                  <a:off x="19284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1" name="Rectangle 305"/>
                <p:cNvSpPr>
                  <a:spLocks noChangeArrowheads="1"/>
                </p:cNvSpPr>
                <p:nvPr/>
              </p:nvSpPr>
              <p:spPr bwMode="auto">
                <a:xfrm>
                  <a:off x="19742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2" name="Rectangle 306"/>
                <p:cNvSpPr>
                  <a:spLocks noChangeArrowheads="1"/>
                </p:cNvSpPr>
                <p:nvPr/>
              </p:nvSpPr>
              <p:spPr bwMode="auto">
                <a:xfrm>
                  <a:off x="20199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3" name="Rectangle 307"/>
                <p:cNvSpPr>
                  <a:spLocks noChangeArrowheads="1"/>
                </p:cNvSpPr>
                <p:nvPr/>
              </p:nvSpPr>
              <p:spPr bwMode="auto">
                <a:xfrm>
                  <a:off x="20656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4" name="Rectangle 308"/>
                <p:cNvSpPr>
                  <a:spLocks noChangeArrowheads="1"/>
                </p:cNvSpPr>
                <p:nvPr/>
              </p:nvSpPr>
              <p:spPr bwMode="auto">
                <a:xfrm>
                  <a:off x="21113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5" name="Rectangle 309"/>
                <p:cNvSpPr>
                  <a:spLocks noChangeArrowheads="1"/>
                </p:cNvSpPr>
                <p:nvPr/>
              </p:nvSpPr>
              <p:spPr bwMode="auto">
                <a:xfrm>
                  <a:off x="21570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6" name="Rectangle 310"/>
                <p:cNvSpPr>
                  <a:spLocks noChangeArrowheads="1"/>
                </p:cNvSpPr>
                <p:nvPr/>
              </p:nvSpPr>
              <p:spPr bwMode="auto">
                <a:xfrm>
                  <a:off x="22028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7" name="Rectangle 311"/>
                <p:cNvSpPr>
                  <a:spLocks noChangeArrowheads="1"/>
                </p:cNvSpPr>
                <p:nvPr/>
              </p:nvSpPr>
              <p:spPr bwMode="auto">
                <a:xfrm>
                  <a:off x="22485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8" name="Rectangle 312"/>
                <p:cNvSpPr>
                  <a:spLocks noChangeArrowheads="1"/>
                </p:cNvSpPr>
                <p:nvPr/>
              </p:nvSpPr>
              <p:spPr bwMode="auto">
                <a:xfrm>
                  <a:off x="22942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9" name="Rectangle 313"/>
                <p:cNvSpPr>
                  <a:spLocks noChangeArrowheads="1"/>
                </p:cNvSpPr>
                <p:nvPr/>
              </p:nvSpPr>
              <p:spPr bwMode="auto">
                <a:xfrm>
                  <a:off x="23399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0" name="Rectangle 314"/>
                <p:cNvSpPr>
                  <a:spLocks noChangeArrowheads="1"/>
                </p:cNvSpPr>
                <p:nvPr/>
              </p:nvSpPr>
              <p:spPr bwMode="auto">
                <a:xfrm>
                  <a:off x="23856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1" name="Rectangle 315"/>
                <p:cNvSpPr>
                  <a:spLocks noChangeArrowheads="1"/>
                </p:cNvSpPr>
                <p:nvPr/>
              </p:nvSpPr>
              <p:spPr bwMode="auto">
                <a:xfrm>
                  <a:off x="24314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2" name="Rectangle 316"/>
                <p:cNvSpPr>
                  <a:spLocks noChangeArrowheads="1"/>
                </p:cNvSpPr>
                <p:nvPr/>
              </p:nvSpPr>
              <p:spPr bwMode="auto">
                <a:xfrm>
                  <a:off x="24771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3" name="Rectangle 317"/>
                <p:cNvSpPr>
                  <a:spLocks noChangeArrowheads="1"/>
                </p:cNvSpPr>
                <p:nvPr/>
              </p:nvSpPr>
              <p:spPr bwMode="auto">
                <a:xfrm>
                  <a:off x="25228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4" name="Rectangle 318"/>
                <p:cNvSpPr>
                  <a:spLocks noChangeArrowheads="1"/>
                </p:cNvSpPr>
                <p:nvPr/>
              </p:nvSpPr>
              <p:spPr bwMode="auto">
                <a:xfrm>
                  <a:off x="25685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5" name="Rectangle 319"/>
                <p:cNvSpPr>
                  <a:spLocks noChangeArrowheads="1"/>
                </p:cNvSpPr>
                <p:nvPr/>
              </p:nvSpPr>
              <p:spPr bwMode="auto">
                <a:xfrm>
                  <a:off x="26142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6" name="Rectangle 320"/>
                <p:cNvSpPr>
                  <a:spLocks noChangeArrowheads="1"/>
                </p:cNvSpPr>
                <p:nvPr/>
              </p:nvSpPr>
              <p:spPr bwMode="auto">
                <a:xfrm>
                  <a:off x="26600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7" name="Rectangle 321"/>
                <p:cNvSpPr>
                  <a:spLocks noChangeArrowheads="1"/>
                </p:cNvSpPr>
                <p:nvPr/>
              </p:nvSpPr>
              <p:spPr bwMode="auto">
                <a:xfrm>
                  <a:off x="27057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8" name="Rectangle 322"/>
                <p:cNvSpPr>
                  <a:spLocks noChangeArrowheads="1"/>
                </p:cNvSpPr>
                <p:nvPr/>
              </p:nvSpPr>
              <p:spPr bwMode="auto">
                <a:xfrm>
                  <a:off x="27514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9" name="Rectangle 323"/>
                <p:cNvSpPr>
                  <a:spLocks noChangeArrowheads="1"/>
                </p:cNvSpPr>
                <p:nvPr/>
              </p:nvSpPr>
              <p:spPr bwMode="auto">
                <a:xfrm>
                  <a:off x="27971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0" name="Rectangle 324"/>
                <p:cNvSpPr>
                  <a:spLocks noChangeArrowheads="1"/>
                </p:cNvSpPr>
                <p:nvPr/>
              </p:nvSpPr>
              <p:spPr bwMode="auto">
                <a:xfrm>
                  <a:off x="28428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1" name="Rectangle 325"/>
                <p:cNvSpPr>
                  <a:spLocks noChangeArrowheads="1"/>
                </p:cNvSpPr>
                <p:nvPr/>
              </p:nvSpPr>
              <p:spPr bwMode="auto">
                <a:xfrm>
                  <a:off x="28886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2" name="Rectangle 326"/>
                <p:cNvSpPr>
                  <a:spLocks noChangeArrowheads="1"/>
                </p:cNvSpPr>
                <p:nvPr/>
              </p:nvSpPr>
              <p:spPr bwMode="auto">
                <a:xfrm>
                  <a:off x="29343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3" name="Rectangle 327"/>
                <p:cNvSpPr>
                  <a:spLocks noChangeArrowheads="1"/>
                </p:cNvSpPr>
                <p:nvPr/>
              </p:nvSpPr>
              <p:spPr bwMode="auto">
                <a:xfrm>
                  <a:off x="29800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4" name="Rectangle 328"/>
                <p:cNvSpPr>
                  <a:spLocks noChangeArrowheads="1"/>
                </p:cNvSpPr>
                <p:nvPr/>
              </p:nvSpPr>
              <p:spPr bwMode="auto">
                <a:xfrm>
                  <a:off x="30257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5" name="Rectangle 329"/>
                <p:cNvSpPr>
                  <a:spLocks noChangeArrowheads="1"/>
                </p:cNvSpPr>
                <p:nvPr/>
              </p:nvSpPr>
              <p:spPr bwMode="auto">
                <a:xfrm>
                  <a:off x="30714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6" name="Rectangle 330"/>
                <p:cNvSpPr>
                  <a:spLocks noChangeArrowheads="1"/>
                </p:cNvSpPr>
                <p:nvPr/>
              </p:nvSpPr>
              <p:spPr bwMode="auto">
                <a:xfrm>
                  <a:off x="18827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7" name="Rectangle 331"/>
                <p:cNvSpPr>
                  <a:spLocks noChangeArrowheads="1"/>
                </p:cNvSpPr>
                <p:nvPr/>
              </p:nvSpPr>
              <p:spPr bwMode="auto">
                <a:xfrm>
                  <a:off x="19284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8" name="Rectangle 332"/>
                <p:cNvSpPr>
                  <a:spLocks noChangeArrowheads="1"/>
                </p:cNvSpPr>
                <p:nvPr/>
              </p:nvSpPr>
              <p:spPr bwMode="auto">
                <a:xfrm>
                  <a:off x="19742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9" name="Rectangle 333"/>
                <p:cNvSpPr>
                  <a:spLocks noChangeArrowheads="1"/>
                </p:cNvSpPr>
                <p:nvPr/>
              </p:nvSpPr>
              <p:spPr bwMode="auto">
                <a:xfrm>
                  <a:off x="20199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0" name="Rectangle 334"/>
                <p:cNvSpPr>
                  <a:spLocks noChangeArrowheads="1"/>
                </p:cNvSpPr>
                <p:nvPr/>
              </p:nvSpPr>
              <p:spPr bwMode="auto">
                <a:xfrm>
                  <a:off x="20656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1" name="Rectangle 335"/>
                <p:cNvSpPr>
                  <a:spLocks noChangeArrowheads="1"/>
                </p:cNvSpPr>
                <p:nvPr/>
              </p:nvSpPr>
              <p:spPr bwMode="auto">
                <a:xfrm>
                  <a:off x="21113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2" name="Rectangle 336"/>
                <p:cNvSpPr>
                  <a:spLocks noChangeArrowheads="1"/>
                </p:cNvSpPr>
                <p:nvPr/>
              </p:nvSpPr>
              <p:spPr bwMode="auto">
                <a:xfrm>
                  <a:off x="21570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3" name="Rectangle 337"/>
                <p:cNvSpPr>
                  <a:spLocks noChangeArrowheads="1"/>
                </p:cNvSpPr>
                <p:nvPr/>
              </p:nvSpPr>
              <p:spPr bwMode="auto">
                <a:xfrm>
                  <a:off x="22028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4" name="Rectangle 338"/>
                <p:cNvSpPr>
                  <a:spLocks noChangeArrowheads="1"/>
                </p:cNvSpPr>
                <p:nvPr/>
              </p:nvSpPr>
              <p:spPr bwMode="auto">
                <a:xfrm>
                  <a:off x="22485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5" name="Rectangle 339"/>
                <p:cNvSpPr>
                  <a:spLocks noChangeArrowheads="1"/>
                </p:cNvSpPr>
                <p:nvPr/>
              </p:nvSpPr>
              <p:spPr bwMode="auto">
                <a:xfrm>
                  <a:off x="22942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6" name="Rectangle 340"/>
                <p:cNvSpPr>
                  <a:spLocks noChangeArrowheads="1"/>
                </p:cNvSpPr>
                <p:nvPr/>
              </p:nvSpPr>
              <p:spPr bwMode="auto">
                <a:xfrm>
                  <a:off x="23399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7" name="Rectangle 341"/>
                <p:cNvSpPr>
                  <a:spLocks noChangeArrowheads="1"/>
                </p:cNvSpPr>
                <p:nvPr/>
              </p:nvSpPr>
              <p:spPr bwMode="auto">
                <a:xfrm>
                  <a:off x="23856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8" name="Rectangle 342"/>
                <p:cNvSpPr>
                  <a:spLocks noChangeArrowheads="1"/>
                </p:cNvSpPr>
                <p:nvPr/>
              </p:nvSpPr>
              <p:spPr bwMode="auto">
                <a:xfrm>
                  <a:off x="24314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9" name="Rectangle 343"/>
                <p:cNvSpPr>
                  <a:spLocks noChangeArrowheads="1"/>
                </p:cNvSpPr>
                <p:nvPr/>
              </p:nvSpPr>
              <p:spPr bwMode="auto">
                <a:xfrm>
                  <a:off x="24771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0" name="Rectangle 344"/>
                <p:cNvSpPr>
                  <a:spLocks noChangeArrowheads="1"/>
                </p:cNvSpPr>
                <p:nvPr/>
              </p:nvSpPr>
              <p:spPr bwMode="auto">
                <a:xfrm>
                  <a:off x="25228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1" name="Rectangle 345"/>
                <p:cNvSpPr>
                  <a:spLocks noChangeArrowheads="1"/>
                </p:cNvSpPr>
                <p:nvPr/>
              </p:nvSpPr>
              <p:spPr bwMode="auto">
                <a:xfrm>
                  <a:off x="25685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2" name="Rectangle 346"/>
                <p:cNvSpPr>
                  <a:spLocks noChangeArrowheads="1"/>
                </p:cNvSpPr>
                <p:nvPr/>
              </p:nvSpPr>
              <p:spPr bwMode="auto">
                <a:xfrm>
                  <a:off x="26142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3" name="Rectangle 347"/>
                <p:cNvSpPr>
                  <a:spLocks noChangeArrowheads="1"/>
                </p:cNvSpPr>
                <p:nvPr/>
              </p:nvSpPr>
              <p:spPr bwMode="auto">
                <a:xfrm>
                  <a:off x="26600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4" name="Rectangle 348"/>
                <p:cNvSpPr>
                  <a:spLocks noChangeArrowheads="1"/>
                </p:cNvSpPr>
                <p:nvPr/>
              </p:nvSpPr>
              <p:spPr bwMode="auto">
                <a:xfrm>
                  <a:off x="27057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5" name="Rectangle 349"/>
                <p:cNvSpPr>
                  <a:spLocks noChangeArrowheads="1"/>
                </p:cNvSpPr>
                <p:nvPr/>
              </p:nvSpPr>
              <p:spPr bwMode="auto">
                <a:xfrm>
                  <a:off x="27514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6" name="Rectangle 350"/>
                <p:cNvSpPr>
                  <a:spLocks noChangeArrowheads="1"/>
                </p:cNvSpPr>
                <p:nvPr/>
              </p:nvSpPr>
              <p:spPr bwMode="auto">
                <a:xfrm>
                  <a:off x="27971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7" name="Rectangle 351"/>
                <p:cNvSpPr>
                  <a:spLocks noChangeArrowheads="1"/>
                </p:cNvSpPr>
                <p:nvPr/>
              </p:nvSpPr>
              <p:spPr bwMode="auto">
                <a:xfrm>
                  <a:off x="28428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8" name="Rectangle 352"/>
                <p:cNvSpPr>
                  <a:spLocks noChangeArrowheads="1"/>
                </p:cNvSpPr>
                <p:nvPr/>
              </p:nvSpPr>
              <p:spPr bwMode="auto">
                <a:xfrm>
                  <a:off x="28886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9" name="Rectangle 353"/>
                <p:cNvSpPr>
                  <a:spLocks noChangeArrowheads="1"/>
                </p:cNvSpPr>
                <p:nvPr/>
              </p:nvSpPr>
              <p:spPr bwMode="auto">
                <a:xfrm>
                  <a:off x="29343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0" name="Rectangle 354"/>
                <p:cNvSpPr>
                  <a:spLocks noChangeArrowheads="1"/>
                </p:cNvSpPr>
                <p:nvPr/>
              </p:nvSpPr>
              <p:spPr bwMode="auto">
                <a:xfrm>
                  <a:off x="29800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1" name="Rectangle 355"/>
                <p:cNvSpPr>
                  <a:spLocks noChangeArrowheads="1"/>
                </p:cNvSpPr>
                <p:nvPr/>
              </p:nvSpPr>
              <p:spPr bwMode="auto">
                <a:xfrm>
                  <a:off x="30257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2" name="Rectangle 356"/>
                <p:cNvSpPr>
                  <a:spLocks noChangeArrowheads="1"/>
                </p:cNvSpPr>
                <p:nvPr/>
              </p:nvSpPr>
              <p:spPr bwMode="auto">
                <a:xfrm>
                  <a:off x="30714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3" name="Rectangle 357"/>
                <p:cNvSpPr>
                  <a:spLocks noChangeArrowheads="1"/>
                </p:cNvSpPr>
                <p:nvPr/>
              </p:nvSpPr>
              <p:spPr bwMode="auto">
                <a:xfrm>
                  <a:off x="18827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4" name="Rectangle 358"/>
                <p:cNvSpPr>
                  <a:spLocks noChangeArrowheads="1"/>
                </p:cNvSpPr>
                <p:nvPr/>
              </p:nvSpPr>
              <p:spPr bwMode="auto">
                <a:xfrm>
                  <a:off x="19284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5" name="Rectangle 359"/>
                <p:cNvSpPr>
                  <a:spLocks noChangeArrowheads="1"/>
                </p:cNvSpPr>
                <p:nvPr/>
              </p:nvSpPr>
              <p:spPr bwMode="auto">
                <a:xfrm>
                  <a:off x="19742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6" name="Rectangle 360"/>
                <p:cNvSpPr>
                  <a:spLocks noChangeArrowheads="1"/>
                </p:cNvSpPr>
                <p:nvPr/>
              </p:nvSpPr>
              <p:spPr bwMode="auto">
                <a:xfrm>
                  <a:off x="20199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7" name="Rectangle 361"/>
                <p:cNvSpPr>
                  <a:spLocks noChangeArrowheads="1"/>
                </p:cNvSpPr>
                <p:nvPr/>
              </p:nvSpPr>
              <p:spPr bwMode="auto">
                <a:xfrm>
                  <a:off x="20656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8" name="Rectangle 362"/>
                <p:cNvSpPr>
                  <a:spLocks noChangeArrowheads="1"/>
                </p:cNvSpPr>
                <p:nvPr/>
              </p:nvSpPr>
              <p:spPr bwMode="auto">
                <a:xfrm>
                  <a:off x="21113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9" name="Rectangle 363"/>
                <p:cNvSpPr>
                  <a:spLocks noChangeArrowheads="1"/>
                </p:cNvSpPr>
                <p:nvPr/>
              </p:nvSpPr>
              <p:spPr bwMode="auto">
                <a:xfrm>
                  <a:off x="21570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0" name="Rectangle 364"/>
                <p:cNvSpPr>
                  <a:spLocks noChangeArrowheads="1"/>
                </p:cNvSpPr>
                <p:nvPr/>
              </p:nvSpPr>
              <p:spPr bwMode="auto">
                <a:xfrm>
                  <a:off x="22028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1" name="Rectangle 365"/>
                <p:cNvSpPr>
                  <a:spLocks noChangeArrowheads="1"/>
                </p:cNvSpPr>
                <p:nvPr/>
              </p:nvSpPr>
              <p:spPr bwMode="auto">
                <a:xfrm>
                  <a:off x="22485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2" name="Rectangle 366"/>
                <p:cNvSpPr>
                  <a:spLocks noChangeArrowheads="1"/>
                </p:cNvSpPr>
                <p:nvPr/>
              </p:nvSpPr>
              <p:spPr bwMode="auto">
                <a:xfrm>
                  <a:off x="22942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3" name="Rectangle 367"/>
                <p:cNvSpPr>
                  <a:spLocks noChangeArrowheads="1"/>
                </p:cNvSpPr>
                <p:nvPr/>
              </p:nvSpPr>
              <p:spPr bwMode="auto">
                <a:xfrm>
                  <a:off x="23399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4" name="Rectangle 368"/>
                <p:cNvSpPr>
                  <a:spLocks noChangeArrowheads="1"/>
                </p:cNvSpPr>
                <p:nvPr/>
              </p:nvSpPr>
              <p:spPr bwMode="auto">
                <a:xfrm>
                  <a:off x="23856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5" name="Rectangle 369"/>
                <p:cNvSpPr>
                  <a:spLocks noChangeArrowheads="1"/>
                </p:cNvSpPr>
                <p:nvPr/>
              </p:nvSpPr>
              <p:spPr bwMode="auto">
                <a:xfrm>
                  <a:off x="24314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6" name="Rectangle 370"/>
                <p:cNvSpPr>
                  <a:spLocks noChangeArrowheads="1"/>
                </p:cNvSpPr>
                <p:nvPr/>
              </p:nvSpPr>
              <p:spPr bwMode="auto">
                <a:xfrm>
                  <a:off x="24771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7" name="Rectangle 371"/>
                <p:cNvSpPr>
                  <a:spLocks noChangeArrowheads="1"/>
                </p:cNvSpPr>
                <p:nvPr/>
              </p:nvSpPr>
              <p:spPr bwMode="auto">
                <a:xfrm>
                  <a:off x="25228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8" name="Rectangle 372"/>
                <p:cNvSpPr>
                  <a:spLocks noChangeArrowheads="1"/>
                </p:cNvSpPr>
                <p:nvPr/>
              </p:nvSpPr>
              <p:spPr bwMode="auto">
                <a:xfrm>
                  <a:off x="25685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9" name="Rectangle 373"/>
                <p:cNvSpPr>
                  <a:spLocks noChangeArrowheads="1"/>
                </p:cNvSpPr>
                <p:nvPr/>
              </p:nvSpPr>
              <p:spPr bwMode="auto">
                <a:xfrm>
                  <a:off x="26142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0" name="Rectangle 374"/>
                <p:cNvSpPr>
                  <a:spLocks noChangeArrowheads="1"/>
                </p:cNvSpPr>
                <p:nvPr/>
              </p:nvSpPr>
              <p:spPr bwMode="auto">
                <a:xfrm>
                  <a:off x="26600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1" name="Rectangle 375"/>
                <p:cNvSpPr>
                  <a:spLocks noChangeArrowheads="1"/>
                </p:cNvSpPr>
                <p:nvPr/>
              </p:nvSpPr>
              <p:spPr bwMode="auto">
                <a:xfrm>
                  <a:off x="27057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2" name="Rectangle 376"/>
                <p:cNvSpPr>
                  <a:spLocks noChangeArrowheads="1"/>
                </p:cNvSpPr>
                <p:nvPr/>
              </p:nvSpPr>
              <p:spPr bwMode="auto">
                <a:xfrm>
                  <a:off x="27514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3" name="Rectangle 377"/>
                <p:cNvSpPr>
                  <a:spLocks noChangeArrowheads="1"/>
                </p:cNvSpPr>
                <p:nvPr/>
              </p:nvSpPr>
              <p:spPr bwMode="auto">
                <a:xfrm>
                  <a:off x="27971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4" name="Rectangle 378"/>
                <p:cNvSpPr>
                  <a:spLocks noChangeArrowheads="1"/>
                </p:cNvSpPr>
                <p:nvPr/>
              </p:nvSpPr>
              <p:spPr bwMode="auto">
                <a:xfrm>
                  <a:off x="28428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5" name="Rectangle 379"/>
                <p:cNvSpPr>
                  <a:spLocks noChangeArrowheads="1"/>
                </p:cNvSpPr>
                <p:nvPr/>
              </p:nvSpPr>
              <p:spPr bwMode="auto">
                <a:xfrm>
                  <a:off x="28886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6" name="Rectangle 380"/>
                <p:cNvSpPr>
                  <a:spLocks noChangeArrowheads="1"/>
                </p:cNvSpPr>
                <p:nvPr/>
              </p:nvSpPr>
              <p:spPr bwMode="auto">
                <a:xfrm>
                  <a:off x="29343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7" name="Rectangle 381"/>
                <p:cNvSpPr>
                  <a:spLocks noChangeArrowheads="1"/>
                </p:cNvSpPr>
                <p:nvPr/>
              </p:nvSpPr>
              <p:spPr bwMode="auto">
                <a:xfrm>
                  <a:off x="29800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8" name="Rectangle 382"/>
                <p:cNvSpPr>
                  <a:spLocks noChangeArrowheads="1"/>
                </p:cNvSpPr>
                <p:nvPr/>
              </p:nvSpPr>
              <p:spPr bwMode="auto">
                <a:xfrm>
                  <a:off x="30257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9" name="Rectangle 383"/>
                <p:cNvSpPr>
                  <a:spLocks noChangeArrowheads="1"/>
                </p:cNvSpPr>
                <p:nvPr/>
              </p:nvSpPr>
              <p:spPr bwMode="auto">
                <a:xfrm>
                  <a:off x="30714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0" name="Rectangle 384"/>
                <p:cNvSpPr>
                  <a:spLocks noChangeArrowheads="1"/>
                </p:cNvSpPr>
                <p:nvPr/>
              </p:nvSpPr>
              <p:spPr bwMode="auto">
                <a:xfrm>
                  <a:off x="18827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1" name="Rectangle 385"/>
                <p:cNvSpPr>
                  <a:spLocks noChangeArrowheads="1"/>
                </p:cNvSpPr>
                <p:nvPr/>
              </p:nvSpPr>
              <p:spPr bwMode="auto">
                <a:xfrm>
                  <a:off x="19284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2" name="Rectangle 386"/>
                <p:cNvSpPr>
                  <a:spLocks noChangeArrowheads="1"/>
                </p:cNvSpPr>
                <p:nvPr/>
              </p:nvSpPr>
              <p:spPr bwMode="auto">
                <a:xfrm>
                  <a:off x="19742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3" name="Rectangle 387"/>
                <p:cNvSpPr>
                  <a:spLocks noChangeArrowheads="1"/>
                </p:cNvSpPr>
                <p:nvPr/>
              </p:nvSpPr>
              <p:spPr bwMode="auto">
                <a:xfrm>
                  <a:off x="20199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4" name="Rectangle 388"/>
                <p:cNvSpPr>
                  <a:spLocks noChangeArrowheads="1"/>
                </p:cNvSpPr>
                <p:nvPr/>
              </p:nvSpPr>
              <p:spPr bwMode="auto">
                <a:xfrm>
                  <a:off x="20656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5" name="Rectangle 389"/>
                <p:cNvSpPr>
                  <a:spLocks noChangeArrowheads="1"/>
                </p:cNvSpPr>
                <p:nvPr/>
              </p:nvSpPr>
              <p:spPr bwMode="auto">
                <a:xfrm>
                  <a:off x="21113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6" name="Rectangle 390"/>
                <p:cNvSpPr>
                  <a:spLocks noChangeArrowheads="1"/>
                </p:cNvSpPr>
                <p:nvPr/>
              </p:nvSpPr>
              <p:spPr bwMode="auto">
                <a:xfrm>
                  <a:off x="21570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7" name="Rectangle 391"/>
                <p:cNvSpPr>
                  <a:spLocks noChangeArrowheads="1"/>
                </p:cNvSpPr>
                <p:nvPr/>
              </p:nvSpPr>
              <p:spPr bwMode="auto">
                <a:xfrm>
                  <a:off x="22028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8" name="Rectangle 392"/>
                <p:cNvSpPr>
                  <a:spLocks noChangeArrowheads="1"/>
                </p:cNvSpPr>
                <p:nvPr/>
              </p:nvSpPr>
              <p:spPr bwMode="auto">
                <a:xfrm>
                  <a:off x="22485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9" name="Rectangle 393"/>
                <p:cNvSpPr>
                  <a:spLocks noChangeArrowheads="1"/>
                </p:cNvSpPr>
                <p:nvPr/>
              </p:nvSpPr>
              <p:spPr bwMode="auto">
                <a:xfrm>
                  <a:off x="22942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0" name="Rectangle 394"/>
                <p:cNvSpPr>
                  <a:spLocks noChangeArrowheads="1"/>
                </p:cNvSpPr>
                <p:nvPr/>
              </p:nvSpPr>
              <p:spPr bwMode="auto">
                <a:xfrm>
                  <a:off x="23399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1" name="Rectangle 395"/>
                <p:cNvSpPr>
                  <a:spLocks noChangeArrowheads="1"/>
                </p:cNvSpPr>
                <p:nvPr/>
              </p:nvSpPr>
              <p:spPr bwMode="auto">
                <a:xfrm>
                  <a:off x="23856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2" name="Rectangle 396"/>
                <p:cNvSpPr>
                  <a:spLocks noChangeArrowheads="1"/>
                </p:cNvSpPr>
                <p:nvPr/>
              </p:nvSpPr>
              <p:spPr bwMode="auto">
                <a:xfrm>
                  <a:off x="24314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3" name="Rectangle 397"/>
                <p:cNvSpPr>
                  <a:spLocks noChangeArrowheads="1"/>
                </p:cNvSpPr>
                <p:nvPr/>
              </p:nvSpPr>
              <p:spPr bwMode="auto">
                <a:xfrm>
                  <a:off x="24771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4" name="Rectangle 398"/>
                <p:cNvSpPr>
                  <a:spLocks noChangeArrowheads="1"/>
                </p:cNvSpPr>
                <p:nvPr/>
              </p:nvSpPr>
              <p:spPr bwMode="auto">
                <a:xfrm>
                  <a:off x="25228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5" name="Rectangle 399"/>
                <p:cNvSpPr>
                  <a:spLocks noChangeArrowheads="1"/>
                </p:cNvSpPr>
                <p:nvPr/>
              </p:nvSpPr>
              <p:spPr bwMode="auto">
                <a:xfrm>
                  <a:off x="25685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6" name="Rectangle 400"/>
                <p:cNvSpPr>
                  <a:spLocks noChangeArrowheads="1"/>
                </p:cNvSpPr>
                <p:nvPr/>
              </p:nvSpPr>
              <p:spPr bwMode="auto">
                <a:xfrm>
                  <a:off x="26142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7" name="Rectangle 401"/>
                <p:cNvSpPr>
                  <a:spLocks noChangeArrowheads="1"/>
                </p:cNvSpPr>
                <p:nvPr/>
              </p:nvSpPr>
              <p:spPr bwMode="auto">
                <a:xfrm>
                  <a:off x="26600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8" name="Rectangle 402"/>
                <p:cNvSpPr>
                  <a:spLocks noChangeArrowheads="1"/>
                </p:cNvSpPr>
                <p:nvPr/>
              </p:nvSpPr>
              <p:spPr bwMode="auto">
                <a:xfrm>
                  <a:off x="27057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9" name="Rectangle 403"/>
                <p:cNvSpPr>
                  <a:spLocks noChangeArrowheads="1"/>
                </p:cNvSpPr>
                <p:nvPr/>
              </p:nvSpPr>
              <p:spPr bwMode="auto">
                <a:xfrm>
                  <a:off x="27514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0" name="Rectangle 404"/>
                <p:cNvSpPr>
                  <a:spLocks noChangeArrowheads="1"/>
                </p:cNvSpPr>
                <p:nvPr/>
              </p:nvSpPr>
              <p:spPr bwMode="auto">
                <a:xfrm>
                  <a:off x="27971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1" name="Rectangle 405"/>
                <p:cNvSpPr>
                  <a:spLocks noChangeArrowheads="1"/>
                </p:cNvSpPr>
                <p:nvPr/>
              </p:nvSpPr>
              <p:spPr bwMode="auto">
                <a:xfrm>
                  <a:off x="28428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2" name="Rectangle 407"/>
                <p:cNvSpPr>
                  <a:spLocks noChangeArrowheads="1"/>
                </p:cNvSpPr>
                <p:nvPr/>
              </p:nvSpPr>
              <p:spPr bwMode="auto">
                <a:xfrm>
                  <a:off x="28886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3" name="Rectangle 408"/>
                <p:cNvSpPr>
                  <a:spLocks noChangeArrowheads="1"/>
                </p:cNvSpPr>
                <p:nvPr/>
              </p:nvSpPr>
              <p:spPr bwMode="auto">
                <a:xfrm>
                  <a:off x="29343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4" name="Rectangle 409"/>
                <p:cNvSpPr>
                  <a:spLocks noChangeArrowheads="1"/>
                </p:cNvSpPr>
                <p:nvPr/>
              </p:nvSpPr>
              <p:spPr bwMode="auto">
                <a:xfrm>
                  <a:off x="29800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5" name="Rectangle 410"/>
                <p:cNvSpPr>
                  <a:spLocks noChangeArrowheads="1"/>
                </p:cNvSpPr>
                <p:nvPr/>
              </p:nvSpPr>
              <p:spPr bwMode="auto">
                <a:xfrm>
                  <a:off x="30257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6" name="Rectangle 411"/>
                <p:cNvSpPr>
                  <a:spLocks noChangeArrowheads="1"/>
                </p:cNvSpPr>
                <p:nvPr/>
              </p:nvSpPr>
              <p:spPr bwMode="auto">
                <a:xfrm>
                  <a:off x="30714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7" name="Line 412"/>
                <p:cNvSpPr>
                  <a:spLocks noChangeShapeType="1"/>
                </p:cNvSpPr>
                <p:nvPr/>
              </p:nvSpPr>
              <p:spPr bwMode="auto">
                <a:xfrm>
                  <a:off x="19284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8" name="Line 413"/>
                <p:cNvSpPr>
                  <a:spLocks noChangeShapeType="1"/>
                </p:cNvSpPr>
                <p:nvPr/>
              </p:nvSpPr>
              <p:spPr bwMode="auto">
                <a:xfrm>
                  <a:off x="19742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9" name="Line 414"/>
                <p:cNvSpPr>
                  <a:spLocks noChangeShapeType="1"/>
                </p:cNvSpPr>
                <p:nvPr/>
              </p:nvSpPr>
              <p:spPr bwMode="auto">
                <a:xfrm>
                  <a:off x="20199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0" name="Line 415"/>
                <p:cNvSpPr>
                  <a:spLocks noChangeShapeType="1"/>
                </p:cNvSpPr>
                <p:nvPr/>
              </p:nvSpPr>
              <p:spPr bwMode="auto">
                <a:xfrm>
                  <a:off x="206565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1" name="Line 416"/>
                <p:cNvSpPr>
                  <a:spLocks noChangeShapeType="1"/>
                </p:cNvSpPr>
                <p:nvPr/>
              </p:nvSpPr>
              <p:spPr bwMode="auto">
                <a:xfrm>
                  <a:off x="21113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2" name="Line 417"/>
                <p:cNvSpPr>
                  <a:spLocks noChangeShapeType="1"/>
                </p:cNvSpPr>
                <p:nvPr/>
              </p:nvSpPr>
              <p:spPr bwMode="auto">
                <a:xfrm>
                  <a:off x="21570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3" name="Line 418"/>
                <p:cNvSpPr>
                  <a:spLocks noChangeShapeType="1"/>
                </p:cNvSpPr>
                <p:nvPr/>
              </p:nvSpPr>
              <p:spPr bwMode="auto">
                <a:xfrm>
                  <a:off x="22028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4" name="Line 419"/>
                <p:cNvSpPr>
                  <a:spLocks noChangeShapeType="1"/>
                </p:cNvSpPr>
                <p:nvPr/>
              </p:nvSpPr>
              <p:spPr bwMode="auto">
                <a:xfrm>
                  <a:off x="22485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5" name="Line 420"/>
                <p:cNvSpPr>
                  <a:spLocks noChangeShapeType="1"/>
                </p:cNvSpPr>
                <p:nvPr/>
              </p:nvSpPr>
              <p:spPr bwMode="auto">
                <a:xfrm>
                  <a:off x="229425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6" name="Line 421"/>
                <p:cNvSpPr>
                  <a:spLocks noChangeShapeType="1"/>
                </p:cNvSpPr>
                <p:nvPr/>
              </p:nvSpPr>
              <p:spPr bwMode="auto">
                <a:xfrm>
                  <a:off x="23399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7" name="Line 422"/>
                <p:cNvSpPr>
                  <a:spLocks noChangeShapeType="1"/>
                </p:cNvSpPr>
                <p:nvPr/>
              </p:nvSpPr>
              <p:spPr bwMode="auto">
                <a:xfrm>
                  <a:off x="23856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8" name="Line 423"/>
                <p:cNvSpPr>
                  <a:spLocks noChangeShapeType="1"/>
                </p:cNvSpPr>
                <p:nvPr/>
              </p:nvSpPr>
              <p:spPr bwMode="auto">
                <a:xfrm>
                  <a:off x="24314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9" name="Line 424"/>
                <p:cNvSpPr>
                  <a:spLocks noChangeShapeType="1"/>
                </p:cNvSpPr>
                <p:nvPr/>
              </p:nvSpPr>
              <p:spPr bwMode="auto">
                <a:xfrm>
                  <a:off x="24771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0" name="Line 425"/>
                <p:cNvSpPr>
                  <a:spLocks noChangeShapeType="1"/>
                </p:cNvSpPr>
                <p:nvPr/>
              </p:nvSpPr>
              <p:spPr bwMode="auto">
                <a:xfrm>
                  <a:off x="25228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1" name="Line 426"/>
                <p:cNvSpPr>
                  <a:spLocks noChangeShapeType="1"/>
                </p:cNvSpPr>
                <p:nvPr/>
              </p:nvSpPr>
              <p:spPr bwMode="auto">
                <a:xfrm>
                  <a:off x="25685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2" name="Line 427"/>
                <p:cNvSpPr>
                  <a:spLocks noChangeShapeType="1"/>
                </p:cNvSpPr>
                <p:nvPr/>
              </p:nvSpPr>
              <p:spPr bwMode="auto">
                <a:xfrm>
                  <a:off x="26142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3" name="Line 428"/>
                <p:cNvSpPr>
                  <a:spLocks noChangeShapeType="1"/>
                </p:cNvSpPr>
                <p:nvPr/>
              </p:nvSpPr>
              <p:spPr bwMode="auto">
                <a:xfrm>
                  <a:off x="26600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4" name="Line 429"/>
                <p:cNvSpPr>
                  <a:spLocks noChangeShapeType="1"/>
                </p:cNvSpPr>
                <p:nvPr/>
              </p:nvSpPr>
              <p:spPr bwMode="auto">
                <a:xfrm>
                  <a:off x="270573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5" name="Line 430"/>
                <p:cNvSpPr>
                  <a:spLocks noChangeShapeType="1"/>
                </p:cNvSpPr>
                <p:nvPr/>
              </p:nvSpPr>
              <p:spPr bwMode="auto">
                <a:xfrm>
                  <a:off x="27514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6" name="Line 431"/>
                <p:cNvSpPr>
                  <a:spLocks noChangeShapeType="1"/>
                </p:cNvSpPr>
                <p:nvPr/>
              </p:nvSpPr>
              <p:spPr bwMode="auto">
                <a:xfrm>
                  <a:off x="27971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7" name="Line 432"/>
                <p:cNvSpPr>
                  <a:spLocks noChangeShapeType="1"/>
                </p:cNvSpPr>
                <p:nvPr/>
              </p:nvSpPr>
              <p:spPr bwMode="auto">
                <a:xfrm>
                  <a:off x="28428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8" name="Line 433"/>
                <p:cNvSpPr>
                  <a:spLocks noChangeShapeType="1"/>
                </p:cNvSpPr>
                <p:nvPr/>
              </p:nvSpPr>
              <p:spPr bwMode="auto">
                <a:xfrm>
                  <a:off x="28886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9" name="Line 434"/>
                <p:cNvSpPr>
                  <a:spLocks noChangeShapeType="1"/>
                </p:cNvSpPr>
                <p:nvPr/>
              </p:nvSpPr>
              <p:spPr bwMode="auto">
                <a:xfrm>
                  <a:off x="293433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0" name="Line 435"/>
                <p:cNvSpPr>
                  <a:spLocks noChangeShapeType="1"/>
                </p:cNvSpPr>
                <p:nvPr/>
              </p:nvSpPr>
              <p:spPr bwMode="auto">
                <a:xfrm>
                  <a:off x="29800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1" name="Line 436"/>
                <p:cNvSpPr>
                  <a:spLocks noChangeShapeType="1"/>
                </p:cNvSpPr>
                <p:nvPr/>
              </p:nvSpPr>
              <p:spPr bwMode="auto">
                <a:xfrm>
                  <a:off x="30257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2" name="Line 437"/>
                <p:cNvSpPr>
                  <a:spLocks noChangeShapeType="1"/>
                </p:cNvSpPr>
                <p:nvPr/>
              </p:nvSpPr>
              <p:spPr bwMode="auto">
                <a:xfrm>
                  <a:off x="30714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3" name="Line 439"/>
                <p:cNvSpPr>
                  <a:spLocks noChangeShapeType="1"/>
                </p:cNvSpPr>
                <p:nvPr/>
              </p:nvSpPr>
              <p:spPr bwMode="auto">
                <a:xfrm>
                  <a:off x="18821400" y="69850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4" name="Line 440"/>
                <p:cNvSpPr>
                  <a:spLocks noChangeShapeType="1"/>
                </p:cNvSpPr>
                <p:nvPr/>
              </p:nvSpPr>
              <p:spPr bwMode="auto">
                <a:xfrm>
                  <a:off x="18821400" y="107156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5" name="Line 441"/>
                <p:cNvSpPr>
                  <a:spLocks noChangeShapeType="1"/>
                </p:cNvSpPr>
                <p:nvPr/>
              </p:nvSpPr>
              <p:spPr bwMode="auto">
                <a:xfrm>
                  <a:off x="18821400" y="144145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6" name="Line 442"/>
                <p:cNvSpPr>
                  <a:spLocks noChangeShapeType="1"/>
                </p:cNvSpPr>
                <p:nvPr/>
              </p:nvSpPr>
              <p:spPr bwMode="auto">
                <a:xfrm>
                  <a:off x="18821400" y="181133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7" name="Line 443"/>
                <p:cNvSpPr>
                  <a:spLocks noChangeShapeType="1"/>
                </p:cNvSpPr>
                <p:nvPr/>
              </p:nvSpPr>
              <p:spPr bwMode="auto">
                <a:xfrm>
                  <a:off x="18821400" y="218440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8" name="Line 444"/>
                <p:cNvSpPr>
                  <a:spLocks noChangeShapeType="1"/>
                </p:cNvSpPr>
                <p:nvPr/>
              </p:nvSpPr>
              <p:spPr bwMode="auto">
                <a:xfrm>
                  <a:off x="18821400" y="255428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9" name="Line 445"/>
                <p:cNvSpPr>
                  <a:spLocks noChangeShapeType="1"/>
                </p:cNvSpPr>
                <p:nvPr/>
              </p:nvSpPr>
              <p:spPr bwMode="auto">
                <a:xfrm>
                  <a:off x="18821400" y="292417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0" name="Line 446"/>
                <p:cNvSpPr>
                  <a:spLocks noChangeShapeType="1"/>
                </p:cNvSpPr>
                <p:nvPr/>
              </p:nvSpPr>
              <p:spPr bwMode="auto">
                <a:xfrm>
                  <a:off x="18821400" y="329723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1" name="Line 447"/>
                <p:cNvSpPr>
                  <a:spLocks noChangeShapeType="1"/>
                </p:cNvSpPr>
                <p:nvPr/>
              </p:nvSpPr>
              <p:spPr bwMode="auto">
                <a:xfrm>
                  <a:off x="18821400" y="366712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2" name="Line 448"/>
                <p:cNvSpPr>
                  <a:spLocks noChangeShapeType="1"/>
                </p:cNvSpPr>
                <p:nvPr/>
              </p:nvSpPr>
              <p:spPr bwMode="auto">
                <a:xfrm>
                  <a:off x="18821400" y="403701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3" name="Line 449"/>
                <p:cNvSpPr>
                  <a:spLocks noChangeShapeType="1"/>
                </p:cNvSpPr>
                <p:nvPr/>
              </p:nvSpPr>
              <p:spPr bwMode="auto">
                <a:xfrm>
                  <a:off x="18821400" y="440848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4" name="Line 450"/>
                <p:cNvSpPr>
                  <a:spLocks noChangeShapeType="1"/>
                </p:cNvSpPr>
                <p:nvPr/>
              </p:nvSpPr>
              <p:spPr bwMode="auto">
                <a:xfrm>
                  <a:off x="18821400" y="477996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5" name="Line 451"/>
                <p:cNvSpPr>
                  <a:spLocks noChangeShapeType="1"/>
                </p:cNvSpPr>
                <p:nvPr/>
              </p:nvSpPr>
              <p:spPr bwMode="auto">
                <a:xfrm>
                  <a:off x="18821400" y="514985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6" name="Line 452"/>
                <p:cNvSpPr>
                  <a:spLocks noChangeShapeType="1"/>
                </p:cNvSpPr>
                <p:nvPr/>
              </p:nvSpPr>
              <p:spPr bwMode="auto">
                <a:xfrm>
                  <a:off x="18827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7" name="Line 453"/>
                <p:cNvSpPr>
                  <a:spLocks noChangeShapeType="1"/>
                </p:cNvSpPr>
                <p:nvPr userDrawn="1"/>
              </p:nvSpPr>
              <p:spPr bwMode="auto">
                <a:xfrm>
                  <a:off x="31172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8" name="Line 455"/>
                <p:cNvSpPr>
                  <a:spLocks noChangeShapeType="1"/>
                </p:cNvSpPr>
                <p:nvPr/>
              </p:nvSpPr>
              <p:spPr bwMode="auto">
                <a:xfrm>
                  <a:off x="18821400" y="552132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9" name="Line 439"/>
                <p:cNvSpPr>
                  <a:spLocks noChangeShapeType="1"/>
                </p:cNvSpPr>
                <p:nvPr/>
              </p:nvSpPr>
              <p:spPr bwMode="auto">
                <a:xfrm>
                  <a:off x="18821400" y="360491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38" name="Group 37"/>
            <p:cNvGrpSpPr/>
            <p:nvPr/>
          </p:nvGrpSpPr>
          <p:grpSpPr>
            <a:xfrm>
              <a:off x="9951720" y="-3104782"/>
              <a:ext cx="7757160" cy="8715484"/>
              <a:chOff x="2217420" y="-3104782"/>
              <a:chExt cx="7757160" cy="8715484"/>
            </a:xfrm>
          </p:grpSpPr>
          <p:grpSp>
            <p:nvGrpSpPr>
              <p:cNvPr id="39" name="Group 38"/>
              <p:cNvGrpSpPr/>
              <p:nvPr/>
            </p:nvGrpSpPr>
            <p:grpSpPr>
              <a:xfrm>
                <a:off x="2217420" y="1247299"/>
                <a:ext cx="7757160" cy="4363403"/>
                <a:chOff x="18821400" y="-49213"/>
                <a:chExt cx="12376150" cy="5583238"/>
              </a:xfrm>
              <a:noFill/>
            </p:grpSpPr>
            <p:sp>
              <p:nvSpPr>
                <p:cNvPr id="490" name="AutoShape 3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8821400" y="-49213"/>
                  <a:ext cx="12376150" cy="558323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1" name="Rectangle 5"/>
                <p:cNvSpPr>
                  <a:spLocks noChangeArrowheads="1"/>
                </p:cNvSpPr>
                <p:nvPr/>
              </p:nvSpPr>
              <p:spPr bwMode="auto">
                <a:xfrm>
                  <a:off x="18827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2" name="Rectangle 6"/>
                <p:cNvSpPr>
                  <a:spLocks noChangeArrowheads="1"/>
                </p:cNvSpPr>
                <p:nvPr/>
              </p:nvSpPr>
              <p:spPr bwMode="auto">
                <a:xfrm>
                  <a:off x="19284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3" name="Rectangle 7"/>
                <p:cNvSpPr>
                  <a:spLocks noChangeArrowheads="1"/>
                </p:cNvSpPr>
                <p:nvPr/>
              </p:nvSpPr>
              <p:spPr bwMode="auto">
                <a:xfrm>
                  <a:off x="19742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4" name="Rectangle 8"/>
                <p:cNvSpPr>
                  <a:spLocks noChangeArrowheads="1"/>
                </p:cNvSpPr>
                <p:nvPr/>
              </p:nvSpPr>
              <p:spPr bwMode="auto">
                <a:xfrm>
                  <a:off x="20199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5" name="Rectangle 9"/>
                <p:cNvSpPr>
                  <a:spLocks noChangeArrowheads="1"/>
                </p:cNvSpPr>
                <p:nvPr/>
              </p:nvSpPr>
              <p:spPr bwMode="auto">
                <a:xfrm>
                  <a:off x="20656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6" name="Rectangle 10"/>
                <p:cNvSpPr>
                  <a:spLocks noChangeArrowheads="1"/>
                </p:cNvSpPr>
                <p:nvPr/>
              </p:nvSpPr>
              <p:spPr bwMode="auto">
                <a:xfrm>
                  <a:off x="21113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7" name="Rectangle 11"/>
                <p:cNvSpPr>
                  <a:spLocks noChangeArrowheads="1"/>
                </p:cNvSpPr>
                <p:nvPr/>
              </p:nvSpPr>
              <p:spPr bwMode="auto">
                <a:xfrm>
                  <a:off x="21570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8" name="Rectangle 12"/>
                <p:cNvSpPr>
                  <a:spLocks noChangeArrowheads="1"/>
                </p:cNvSpPr>
                <p:nvPr/>
              </p:nvSpPr>
              <p:spPr bwMode="auto">
                <a:xfrm>
                  <a:off x="22028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9" name="Rectangle 13"/>
                <p:cNvSpPr>
                  <a:spLocks noChangeArrowheads="1"/>
                </p:cNvSpPr>
                <p:nvPr/>
              </p:nvSpPr>
              <p:spPr bwMode="auto">
                <a:xfrm>
                  <a:off x="22485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0" name="Rectangle 14"/>
                <p:cNvSpPr>
                  <a:spLocks noChangeArrowheads="1"/>
                </p:cNvSpPr>
                <p:nvPr/>
              </p:nvSpPr>
              <p:spPr bwMode="auto">
                <a:xfrm>
                  <a:off x="22942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1" name="Rectangle 15"/>
                <p:cNvSpPr>
                  <a:spLocks noChangeArrowheads="1"/>
                </p:cNvSpPr>
                <p:nvPr/>
              </p:nvSpPr>
              <p:spPr bwMode="auto">
                <a:xfrm>
                  <a:off x="23399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2" name="Rectangle 16"/>
                <p:cNvSpPr>
                  <a:spLocks noChangeArrowheads="1"/>
                </p:cNvSpPr>
                <p:nvPr/>
              </p:nvSpPr>
              <p:spPr bwMode="auto">
                <a:xfrm>
                  <a:off x="23856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3" name="Rectangle 17"/>
                <p:cNvSpPr>
                  <a:spLocks noChangeArrowheads="1"/>
                </p:cNvSpPr>
                <p:nvPr/>
              </p:nvSpPr>
              <p:spPr bwMode="auto">
                <a:xfrm>
                  <a:off x="24314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4" name="Rectangle 18"/>
                <p:cNvSpPr>
                  <a:spLocks noChangeArrowheads="1"/>
                </p:cNvSpPr>
                <p:nvPr/>
              </p:nvSpPr>
              <p:spPr bwMode="auto">
                <a:xfrm>
                  <a:off x="24771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5" name="Rectangle 19"/>
                <p:cNvSpPr>
                  <a:spLocks noChangeArrowheads="1"/>
                </p:cNvSpPr>
                <p:nvPr/>
              </p:nvSpPr>
              <p:spPr bwMode="auto">
                <a:xfrm>
                  <a:off x="25228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6" name="Rectangle 20"/>
                <p:cNvSpPr>
                  <a:spLocks noChangeArrowheads="1"/>
                </p:cNvSpPr>
                <p:nvPr/>
              </p:nvSpPr>
              <p:spPr bwMode="auto">
                <a:xfrm>
                  <a:off x="25685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7" name="Rectangle 21"/>
                <p:cNvSpPr>
                  <a:spLocks noChangeArrowheads="1"/>
                </p:cNvSpPr>
                <p:nvPr/>
              </p:nvSpPr>
              <p:spPr bwMode="auto">
                <a:xfrm>
                  <a:off x="26142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8" name="Rectangle 22"/>
                <p:cNvSpPr>
                  <a:spLocks noChangeArrowheads="1"/>
                </p:cNvSpPr>
                <p:nvPr/>
              </p:nvSpPr>
              <p:spPr bwMode="auto">
                <a:xfrm>
                  <a:off x="26600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9" name="Rectangle 23"/>
                <p:cNvSpPr>
                  <a:spLocks noChangeArrowheads="1"/>
                </p:cNvSpPr>
                <p:nvPr/>
              </p:nvSpPr>
              <p:spPr bwMode="auto">
                <a:xfrm>
                  <a:off x="27057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0" name="Rectangle 24"/>
                <p:cNvSpPr>
                  <a:spLocks noChangeArrowheads="1"/>
                </p:cNvSpPr>
                <p:nvPr/>
              </p:nvSpPr>
              <p:spPr bwMode="auto">
                <a:xfrm>
                  <a:off x="27514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1" name="Rectangle 25"/>
                <p:cNvSpPr>
                  <a:spLocks noChangeArrowheads="1"/>
                </p:cNvSpPr>
                <p:nvPr/>
              </p:nvSpPr>
              <p:spPr bwMode="auto">
                <a:xfrm>
                  <a:off x="27971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2" name="Rectangle 26"/>
                <p:cNvSpPr>
                  <a:spLocks noChangeArrowheads="1"/>
                </p:cNvSpPr>
                <p:nvPr/>
              </p:nvSpPr>
              <p:spPr bwMode="auto">
                <a:xfrm>
                  <a:off x="28428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3" name="Rectangle 27"/>
                <p:cNvSpPr>
                  <a:spLocks noChangeArrowheads="1"/>
                </p:cNvSpPr>
                <p:nvPr/>
              </p:nvSpPr>
              <p:spPr bwMode="auto">
                <a:xfrm>
                  <a:off x="28886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4" name="Rectangle 28"/>
                <p:cNvSpPr>
                  <a:spLocks noChangeArrowheads="1"/>
                </p:cNvSpPr>
                <p:nvPr/>
              </p:nvSpPr>
              <p:spPr bwMode="auto">
                <a:xfrm>
                  <a:off x="29343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5" name="Rectangle 29"/>
                <p:cNvSpPr>
                  <a:spLocks noChangeArrowheads="1"/>
                </p:cNvSpPr>
                <p:nvPr/>
              </p:nvSpPr>
              <p:spPr bwMode="auto">
                <a:xfrm>
                  <a:off x="29800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6" name="Rectangle 30"/>
                <p:cNvSpPr>
                  <a:spLocks noChangeArrowheads="1"/>
                </p:cNvSpPr>
                <p:nvPr/>
              </p:nvSpPr>
              <p:spPr bwMode="auto">
                <a:xfrm>
                  <a:off x="30257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7" name="Rectangle 31"/>
                <p:cNvSpPr>
                  <a:spLocks noChangeArrowheads="1"/>
                </p:cNvSpPr>
                <p:nvPr/>
              </p:nvSpPr>
              <p:spPr bwMode="auto">
                <a:xfrm>
                  <a:off x="30714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8" name="Rectangle 32"/>
                <p:cNvSpPr>
                  <a:spLocks noChangeArrowheads="1"/>
                </p:cNvSpPr>
                <p:nvPr/>
              </p:nvSpPr>
              <p:spPr bwMode="auto">
                <a:xfrm>
                  <a:off x="18827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9" name="Rectangle 33"/>
                <p:cNvSpPr>
                  <a:spLocks noChangeArrowheads="1"/>
                </p:cNvSpPr>
                <p:nvPr/>
              </p:nvSpPr>
              <p:spPr bwMode="auto">
                <a:xfrm>
                  <a:off x="19284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0" name="Rectangle 34"/>
                <p:cNvSpPr>
                  <a:spLocks noChangeArrowheads="1"/>
                </p:cNvSpPr>
                <p:nvPr/>
              </p:nvSpPr>
              <p:spPr bwMode="auto">
                <a:xfrm>
                  <a:off x="19742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1" name="Rectangle 35"/>
                <p:cNvSpPr>
                  <a:spLocks noChangeArrowheads="1"/>
                </p:cNvSpPr>
                <p:nvPr/>
              </p:nvSpPr>
              <p:spPr bwMode="auto">
                <a:xfrm>
                  <a:off x="20199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2" name="Rectangle 36"/>
                <p:cNvSpPr>
                  <a:spLocks noChangeArrowheads="1"/>
                </p:cNvSpPr>
                <p:nvPr/>
              </p:nvSpPr>
              <p:spPr bwMode="auto">
                <a:xfrm>
                  <a:off x="20656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3" name="Rectangle 37"/>
                <p:cNvSpPr>
                  <a:spLocks noChangeArrowheads="1"/>
                </p:cNvSpPr>
                <p:nvPr/>
              </p:nvSpPr>
              <p:spPr bwMode="auto">
                <a:xfrm>
                  <a:off x="21113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4" name="Rectangle 38"/>
                <p:cNvSpPr>
                  <a:spLocks noChangeArrowheads="1"/>
                </p:cNvSpPr>
                <p:nvPr/>
              </p:nvSpPr>
              <p:spPr bwMode="auto">
                <a:xfrm>
                  <a:off x="21570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5" name="Rectangle 39"/>
                <p:cNvSpPr>
                  <a:spLocks noChangeArrowheads="1"/>
                </p:cNvSpPr>
                <p:nvPr/>
              </p:nvSpPr>
              <p:spPr bwMode="auto">
                <a:xfrm>
                  <a:off x="22028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6" name="Rectangle 40"/>
                <p:cNvSpPr>
                  <a:spLocks noChangeArrowheads="1"/>
                </p:cNvSpPr>
                <p:nvPr/>
              </p:nvSpPr>
              <p:spPr bwMode="auto">
                <a:xfrm>
                  <a:off x="22485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7" name="Rectangle 41"/>
                <p:cNvSpPr>
                  <a:spLocks noChangeArrowheads="1"/>
                </p:cNvSpPr>
                <p:nvPr/>
              </p:nvSpPr>
              <p:spPr bwMode="auto">
                <a:xfrm>
                  <a:off x="22942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8" name="Rectangle 42"/>
                <p:cNvSpPr>
                  <a:spLocks noChangeArrowheads="1"/>
                </p:cNvSpPr>
                <p:nvPr/>
              </p:nvSpPr>
              <p:spPr bwMode="auto">
                <a:xfrm>
                  <a:off x="23399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9" name="Rectangle 43"/>
                <p:cNvSpPr>
                  <a:spLocks noChangeArrowheads="1"/>
                </p:cNvSpPr>
                <p:nvPr/>
              </p:nvSpPr>
              <p:spPr bwMode="auto">
                <a:xfrm>
                  <a:off x="23856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0" name="Rectangle 44"/>
                <p:cNvSpPr>
                  <a:spLocks noChangeArrowheads="1"/>
                </p:cNvSpPr>
                <p:nvPr/>
              </p:nvSpPr>
              <p:spPr bwMode="auto">
                <a:xfrm>
                  <a:off x="24314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1" name="Rectangle 45"/>
                <p:cNvSpPr>
                  <a:spLocks noChangeArrowheads="1"/>
                </p:cNvSpPr>
                <p:nvPr/>
              </p:nvSpPr>
              <p:spPr bwMode="auto">
                <a:xfrm>
                  <a:off x="24771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2" name="Rectangle 46"/>
                <p:cNvSpPr>
                  <a:spLocks noChangeArrowheads="1"/>
                </p:cNvSpPr>
                <p:nvPr/>
              </p:nvSpPr>
              <p:spPr bwMode="auto">
                <a:xfrm>
                  <a:off x="25228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3" name="Rectangle 47"/>
                <p:cNvSpPr>
                  <a:spLocks noChangeArrowheads="1"/>
                </p:cNvSpPr>
                <p:nvPr/>
              </p:nvSpPr>
              <p:spPr bwMode="auto">
                <a:xfrm>
                  <a:off x="25685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4" name="Rectangle 48"/>
                <p:cNvSpPr>
                  <a:spLocks noChangeArrowheads="1"/>
                </p:cNvSpPr>
                <p:nvPr/>
              </p:nvSpPr>
              <p:spPr bwMode="auto">
                <a:xfrm>
                  <a:off x="26142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5" name="Rectangle 49"/>
                <p:cNvSpPr>
                  <a:spLocks noChangeArrowheads="1"/>
                </p:cNvSpPr>
                <p:nvPr/>
              </p:nvSpPr>
              <p:spPr bwMode="auto">
                <a:xfrm>
                  <a:off x="26600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6" name="Rectangle 50"/>
                <p:cNvSpPr>
                  <a:spLocks noChangeArrowheads="1"/>
                </p:cNvSpPr>
                <p:nvPr/>
              </p:nvSpPr>
              <p:spPr bwMode="auto">
                <a:xfrm>
                  <a:off x="27057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7" name="Rectangle 51"/>
                <p:cNvSpPr>
                  <a:spLocks noChangeArrowheads="1"/>
                </p:cNvSpPr>
                <p:nvPr/>
              </p:nvSpPr>
              <p:spPr bwMode="auto">
                <a:xfrm>
                  <a:off x="27514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8" name="Rectangle 52"/>
                <p:cNvSpPr>
                  <a:spLocks noChangeArrowheads="1"/>
                </p:cNvSpPr>
                <p:nvPr/>
              </p:nvSpPr>
              <p:spPr bwMode="auto">
                <a:xfrm>
                  <a:off x="27971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9" name="Rectangle 53"/>
                <p:cNvSpPr>
                  <a:spLocks noChangeArrowheads="1"/>
                </p:cNvSpPr>
                <p:nvPr/>
              </p:nvSpPr>
              <p:spPr bwMode="auto">
                <a:xfrm>
                  <a:off x="28428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0" name="Rectangle 54"/>
                <p:cNvSpPr>
                  <a:spLocks noChangeArrowheads="1"/>
                </p:cNvSpPr>
                <p:nvPr/>
              </p:nvSpPr>
              <p:spPr bwMode="auto">
                <a:xfrm>
                  <a:off x="28886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1" name="Rectangle 55"/>
                <p:cNvSpPr>
                  <a:spLocks noChangeArrowheads="1"/>
                </p:cNvSpPr>
                <p:nvPr/>
              </p:nvSpPr>
              <p:spPr bwMode="auto">
                <a:xfrm>
                  <a:off x="29343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2" name="Rectangle 56"/>
                <p:cNvSpPr>
                  <a:spLocks noChangeArrowheads="1"/>
                </p:cNvSpPr>
                <p:nvPr/>
              </p:nvSpPr>
              <p:spPr bwMode="auto">
                <a:xfrm>
                  <a:off x="29800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3" name="Rectangle 57"/>
                <p:cNvSpPr>
                  <a:spLocks noChangeArrowheads="1"/>
                </p:cNvSpPr>
                <p:nvPr/>
              </p:nvSpPr>
              <p:spPr bwMode="auto">
                <a:xfrm>
                  <a:off x="30257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4" name="Rectangle 58"/>
                <p:cNvSpPr>
                  <a:spLocks noChangeArrowheads="1"/>
                </p:cNvSpPr>
                <p:nvPr/>
              </p:nvSpPr>
              <p:spPr bwMode="auto">
                <a:xfrm>
                  <a:off x="30714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5" name="Rectangle 59"/>
                <p:cNvSpPr>
                  <a:spLocks noChangeArrowheads="1"/>
                </p:cNvSpPr>
                <p:nvPr/>
              </p:nvSpPr>
              <p:spPr bwMode="auto">
                <a:xfrm>
                  <a:off x="18827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6" name="Rectangle 60"/>
                <p:cNvSpPr>
                  <a:spLocks noChangeArrowheads="1"/>
                </p:cNvSpPr>
                <p:nvPr/>
              </p:nvSpPr>
              <p:spPr bwMode="auto">
                <a:xfrm>
                  <a:off x="19284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7" name="Rectangle 61"/>
                <p:cNvSpPr>
                  <a:spLocks noChangeArrowheads="1"/>
                </p:cNvSpPr>
                <p:nvPr/>
              </p:nvSpPr>
              <p:spPr bwMode="auto">
                <a:xfrm>
                  <a:off x="19742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8" name="Rectangle 62"/>
                <p:cNvSpPr>
                  <a:spLocks noChangeArrowheads="1"/>
                </p:cNvSpPr>
                <p:nvPr/>
              </p:nvSpPr>
              <p:spPr bwMode="auto">
                <a:xfrm>
                  <a:off x="20199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9" name="Rectangle 63"/>
                <p:cNvSpPr>
                  <a:spLocks noChangeArrowheads="1"/>
                </p:cNvSpPr>
                <p:nvPr/>
              </p:nvSpPr>
              <p:spPr bwMode="auto">
                <a:xfrm>
                  <a:off x="20656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0" name="Rectangle 64"/>
                <p:cNvSpPr>
                  <a:spLocks noChangeArrowheads="1"/>
                </p:cNvSpPr>
                <p:nvPr/>
              </p:nvSpPr>
              <p:spPr bwMode="auto">
                <a:xfrm>
                  <a:off x="21113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1" name="Rectangle 65"/>
                <p:cNvSpPr>
                  <a:spLocks noChangeArrowheads="1"/>
                </p:cNvSpPr>
                <p:nvPr/>
              </p:nvSpPr>
              <p:spPr bwMode="auto">
                <a:xfrm>
                  <a:off x="21570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2" name="Rectangle 66"/>
                <p:cNvSpPr>
                  <a:spLocks noChangeArrowheads="1"/>
                </p:cNvSpPr>
                <p:nvPr/>
              </p:nvSpPr>
              <p:spPr bwMode="auto">
                <a:xfrm>
                  <a:off x="22028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3" name="Rectangle 67"/>
                <p:cNvSpPr>
                  <a:spLocks noChangeArrowheads="1"/>
                </p:cNvSpPr>
                <p:nvPr/>
              </p:nvSpPr>
              <p:spPr bwMode="auto">
                <a:xfrm>
                  <a:off x="22485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4" name="Rectangle 68"/>
                <p:cNvSpPr>
                  <a:spLocks noChangeArrowheads="1"/>
                </p:cNvSpPr>
                <p:nvPr/>
              </p:nvSpPr>
              <p:spPr bwMode="auto">
                <a:xfrm>
                  <a:off x="22942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5" name="Rectangle 69"/>
                <p:cNvSpPr>
                  <a:spLocks noChangeArrowheads="1"/>
                </p:cNvSpPr>
                <p:nvPr/>
              </p:nvSpPr>
              <p:spPr bwMode="auto">
                <a:xfrm>
                  <a:off x="23399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6" name="Rectangle 70"/>
                <p:cNvSpPr>
                  <a:spLocks noChangeArrowheads="1"/>
                </p:cNvSpPr>
                <p:nvPr/>
              </p:nvSpPr>
              <p:spPr bwMode="auto">
                <a:xfrm>
                  <a:off x="23856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7" name="Rectangle 71"/>
                <p:cNvSpPr>
                  <a:spLocks noChangeArrowheads="1"/>
                </p:cNvSpPr>
                <p:nvPr/>
              </p:nvSpPr>
              <p:spPr bwMode="auto">
                <a:xfrm>
                  <a:off x="24314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8" name="Rectangle 72"/>
                <p:cNvSpPr>
                  <a:spLocks noChangeArrowheads="1"/>
                </p:cNvSpPr>
                <p:nvPr/>
              </p:nvSpPr>
              <p:spPr bwMode="auto">
                <a:xfrm>
                  <a:off x="24771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9" name="Rectangle 73"/>
                <p:cNvSpPr>
                  <a:spLocks noChangeArrowheads="1"/>
                </p:cNvSpPr>
                <p:nvPr/>
              </p:nvSpPr>
              <p:spPr bwMode="auto">
                <a:xfrm>
                  <a:off x="25228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0" name="Rectangle 74"/>
                <p:cNvSpPr>
                  <a:spLocks noChangeArrowheads="1"/>
                </p:cNvSpPr>
                <p:nvPr/>
              </p:nvSpPr>
              <p:spPr bwMode="auto">
                <a:xfrm>
                  <a:off x="25685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1" name="Rectangle 75"/>
                <p:cNvSpPr>
                  <a:spLocks noChangeArrowheads="1"/>
                </p:cNvSpPr>
                <p:nvPr/>
              </p:nvSpPr>
              <p:spPr bwMode="auto">
                <a:xfrm>
                  <a:off x="26142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2" name="Rectangle 76"/>
                <p:cNvSpPr>
                  <a:spLocks noChangeArrowheads="1"/>
                </p:cNvSpPr>
                <p:nvPr/>
              </p:nvSpPr>
              <p:spPr bwMode="auto">
                <a:xfrm>
                  <a:off x="26600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3" name="Rectangle 77"/>
                <p:cNvSpPr>
                  <a:spLocks noChangeArrowheads="1"/>
                </p:cNvSpPr>
                <p:nvPr/>
              </p:nvSpPr>
              <p:spPr bwMode="auto">
                <a:xfrm>
                  <a:off x="27057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4" name="Rectangle 78"/>
                <p:cNvSpPr>
                  <a:spLocks noChangeArrowheads="1"/>
                </p:cNvSpPr>
                <p:nvPr/>
              </p:nvSpPr>
              <p:spPr bwMode="auto">
                <a:xfrm>
                  <a:off x="27514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5" name="Rectangle 79"/>
                <p:cNvSpPr>
                  <a:spLocks noChangeArrowheads="1"/>
                </p:cNvSpPr>
                <p:nvPr/>
              </p:nvSpPr>
              <p:spPr bwMode="auto">
                <a:xfrm>
                  <a:off x="27971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6" name="Rectangle 80"/>
                <p:cNvSpPr>
                  <a:spLocks noChangeArrowheads="1"/>
                </p:cNvSpPr>
                <p:nvPr/>
              </p:nvSpPr>
              <p:spPr bwMode="auto">
                <a:xfrm>
                  <a:off x="28428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7" name="Rectangle 81"/>
                <p:cNvSpPr>
                  <a:spLocks noChangeArrowheads="1"/>
                </p:cNvSpPr>
                <p:nvPr/>
              </p:nvSpPr>
              <p:spPr bwMode="auto">
                <a:xfrm>
                  <a:off x="28886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8" name="Rectangle 82"/>
                <p:cNvSpPr>
                  <a:spLocks noChangeArrowheads="1"/>
                </p:cNvSpPr>
                <p:nvPr/>
              </p:nvSpPr>
              <p:spPr bwMode="auto">
                <a:xfrm>
                  <a:off x="29343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9" name="Rectangle 83"/>
                <p:cNvSpPr>
                  <a:spLocks noChangeArrowheads="1"/>
                </p:cNvSpPr>
                <p:nvPr/>
              </p:nvSpPr>
              <p:spPr bwMode="auto">
                <a:xfrm>
                  <a:off x="29800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0" name="Rectangle 84"/>
                <p:cNvSpPr>
                  <a:spLocks noChangeArrowheads="1"/>
                </p:cNvSpPr>
                <p:nvPr/>
              </p:nvSpPr>
              <p:spPr bwMode="auto">
                <a:xfrm>
                  <a:off x="30257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1" name="Rectangle 85"/>
                <p:cNvSpPr>
                  <a:spLocks noChangeArrowheads="1"/>
                </p:cNvSpPr>
                <p:nvPr/>
              </p:nvSpPr>
              <p:spPr bwMode="auto">
                <a:xfrm>
                  <a:off x="30714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2" name="Rectangle 86"/>
                <p:cNvSpPr>
                  <a:spLocks noChangeArrowheads="1"/>
                </p:cNvSpPr>
                <p:nvPr/>
              </p:nvSpPr>
              <p:spPr bwMode="auto">
                <a:xfrm>
                  <a:off x="18827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3" name="Rectangle 87"/>
                <p:cNvSpPr>
                  <a:spLocks noChangeArrowheads="1"/>
                </p:cNvSpPr>
                <p:nvPr/>
              </p:nvSpPr>
              <p:spPr bwMode="auto">
                <a:xfrm>
                  <a:off x="19284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4" name="Rectangle 88"/>
                <p:cNvSpPr>
                  <a:spLocks noChangeArrowheads="1"/>
                </p:cNvSpPr>
                <p:nvPr/>
              </p:nvSpPr>
              <p:spPr bwMode="auto">
                <a:xfrm>
                  <a:off x="19742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5" name="Rectangle 89"/>
                <p:cNvSpPr>
                  <a:spLocks noChangeArrowheads="1"/>
                </p:cNvSpPr>
                <p:nvPr/>
              </p:nvSpPr>
              <p:spPr bwMode="auto">
                <a:xfrm>
                  <a:off x="20199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6" name="Rectangle 90"/>
                <p:cNvSpPr>
                  <a:spLocks noChangeArrowheads="1"/>
                </p:cNvSpPr>
                <p:nvPr/>
              </p:nvSpPr>
              <p:spPr bwMode="auto">
                <a:xfrm>
                  <a:off x="20656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7" name="Rectangle 91"/>
                <p:cNvSpPr>
                  <a:spLocks noChangeArrowheads="1"/>
                </p:cNvSpPr>
                <p:nvPr/>
              </p:nvSpPr>
              <p:spPr bwMode="auto">
                <a:xfrm>
                  <a:off x="21113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8" name="Rectangle 92"/>
                <p:cNvSpPr>
                  <a:spLocks noChangeArrowheads="1"/>
                </p:cNvSpPr>
                <p:nvPr/>
              </p:nvSpPr>
              <p:spPr bwMode="auto">
                <a:xfrm>
                  <a:off x="21570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9" name="Rectangle 93"/>
                <p:cNvSpPr>
                  <a:spLocks noChangeArrowheads="1"/>
                </p:cNvSpPr>
                <p:nvPr/>
              </p:nvSpPr>
              <p:spPr bwMode="auto">
                <a:xfrm>
                  <a:off x="22028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0" name="Rectangle 94"/>
                <p:cNvSpPr>
                  <a:spLocks noChangeArrowheads="1"/>
                </p:cNvSpPr>
                <p:nvPr/>
              </p:nvSpPr>
              <p:spPr bwMode="auto">
                <a:xfrm>
                  <a:off x="22485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1" name="Rectangle 95"/>
                <p:cNvSpPr>
                  <a:spLocks noChangeArrowheads="1"/>
                </p:cNvSpPr>
                <p:nvPr/>
              </p:nvSpPr>
              <p:spPr bwMode="auto">
                <a:xfrm>
                  <a:off x="22942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2" name="Rectangle 96"/>
                <p:cNvSpPr>
                  <a:spLocks noChangeArrowheads="1"/>
                </p:cNvSpPr>
                <p:nvPr/>
              </p:nvSpPr>
              <p:spPr bwMode="auto">
                <a:xfrm>
                  <a:off x="23399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3" name="Rectangle 97"/>
                <p:cNvSpPr>
                  <a:spLocks noChangeArrowheads="1"/>
                </p:cNvSpPr>
                <p:nvPr/>
              </p:nvSpPr>
              <p:spPr bwMode="auto">
                <a:xfrm>
                  <a:off x="23856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4" name="Rectangle 98"/>
                <p:cNvSpPr>
                  <a:spLocks noChangeArrowheads="1"/>
                </p:cNvSpPr>
                <p:nvPr/>
              </p:nvSpPr>
              <p:spPr bwMode="auto">
                <a:xfrm>
                  <a:off x="24314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5" name="Rectangle 99"/>
                <p:cNvSpPr>
                  <a:spLocks noChangeArrowheads="1"/>
                </p:cNvSpPr>
                <p:nvPr/>
              </p:nvSpPr>
              <p:spPr bwMode="auto">
                <a:xfrm>
                  <a:off x="24771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6" name="Rectangle 100"/>
                <p:cNvSpPr>
                  <a:spLocks noChangeArrowheads="1"/>
                </p:cNvSpPr>
                <p:nvPr/>
              </p:nvSpPr>
              <p:spPr bwMode="auto">
                <a:xfrm>
                  <a:off x="25228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7" name="Rectangle 101"/>
                <p:cNvSpPr>
                  <a:spLocks noChangeArrowheads="1"/>
                </p:cNvSpPr>
                <p:nvPr/>
              </p:nvSpPr>
              <p:spPr bwMode="auto">
                <a:xfrm>
                  <a:off x="25685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8" name="Rectangle 102"/>
                <p:cNvSpPr>
                  <a:spLocks noChangeArrowheads="1"/>
                </p:cNvSpPr>
                <p:nvPr/>
              </p:nvSpPr>
              <p:spPr bwMode="auto">
                <a:xfrm>
                  <a:off x="26142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9" name="Rectangle 103"/>
                <p:cNvSpPr>
                  <a:spLocks noChangeArrowheads="1"/>
                </p:cNvSpPr>
                <p:nvPr/>
              </p:nvSpPr>
              <p:spPr bwMode="auto">
                <a:xfrm>
                  <a:off x="26600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0" name="Rectangle 104"/>
                <p:cNvSpPr>
                  <a:spLocks noChangeArrowheads="1"/>
                </p:cNvSpPr>
                <p:nvPr/>
              </p:nvSpPr>
              <p:spPr bwMode="auto">
                <a:xfrm>
                  <a:off x="27057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1" name="Rectangle 105"/>
                <p:cNvSpPr>
                  <a:spLocks noChangeArrowheads="1"/>
                </p:cNvSpPr>
                <p:nvPr/>
              </p:nvSpPr>
              <p:spPr bwMode="auto">
                <a:xfrm>
                  <a:off x="27514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2" name="Rectangle 106"/>
                <p:cNvSpPr>
                  <a:spLocks noChangeArrowheads="1"/>
                </p:cNvSpPr>
                <p:nvPr/>
              </p:nvSpPr>
              <p:spPr bwMode="auto">
                <a:xfrm>
                  <a:off x="27971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3" name="Rectangle 107"/>
                <p:cNvSpPr>
                  <a:spLocks noChangeArrowheads="1"/>
                </p:cNvSpPr>
                <p:nvPr/>
              </p:nvSpPr>
              <p:spPr bwMode="auto">
                <a:xfrm>
                  <a:off x="28428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4" name="Rectangle 108"/>
                <p:cNvSpPr>
                  <a:spLocks noChangeArrowheads="1"/>
                </p:cNvSpPr>
                <p:nvPr/>
              </p:nvSpPr>
              <p:spPr bwMode="auto">
                <a:xfrm>
                  <a:off x="28886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5" name="Rectangle 109"/>
                <p:cNvSpPr>
                  <a:spLocks noChangeArrowheads="1"/>
                </p:cNvSpPr>
                <p:nvPr/>
              </p:nvSpPr>
              <p:spPr bwMode="auto">
                <a:xfrm>
                  <a:off x="29343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6" name="Rectangle 110"/>
                <p:cNvSpPr>
                  <a:spLocks noChangeArrowheads="1"/>
                </p:cNvSpPr>
                <p:nvPr/>
              </p:nvSpPr>
              <p:spPr bwMode="auto">
                <a:xfrm>
                  <a:off x="29800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7" name="Rectangle 111"/>
                <p:cNvSpPr>
                  <a:spLocks noChangeArrowheads="1"/>
                </p:cNvSpPr>
                <p:nvPr/>
              </p:nvSpPr>
              <p:spPr bwMode="auto">
                <a:xfrm>
                  <a:off x="30257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8" name="Rectangle 112"/>
                <p:cNvSpPr>
                  <a:spLocks noChangeArrowheads="1"/>
                </p:cNvSpPr>
                <p:nvPr/>
              </p:nvSpPr>
              <p:spPr bwMode="auto">
                <a:xfrm>
                  <a:off x="30714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9" name="Rectangle 113"/>
                <p:cNvSpPr>
                  <a:spLocks noChangeArrowheads="1"/>
                </p:cNvSpPr>
                <p:nvPr/>
              </p:nvSpPr>
              <p:spPr bwMode="auto">
                <a:xfrm>
                  <a:off x="18827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0" name="Rectangle 114"/>
                <p:cNvSpPr>
                  <a:spLocks noChangeArrowheads="1"/>
                </p:cNvSpPr>
                <p:nvPr/>
              </p:nvSpPr>
              <p:spPr bwMode="auto">
                <a:xfrm>
                  <a:off x="19284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1" name="Rectangle 115"/>
                <p:cNvSpPr>
                  <a:spLocks noChangeArrowheads="1"/>
                </p:cNvSpPr>
                <p:nvPr/>
              </p:nvSpPr>
              <p:spPr bwMode="auto">
                <a:xfrm>
                  <a:off x="19742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2" name="Rectangle 116"/>
                <p:cNvSpPr>
                  <a:spLocks noChangeArrowheads="1"/>
                </p:cNvSpPr>
                <p:nvPr/>
              </p:nvSpPr>
              <p:spPr bwMode="auto">
                <a:xfrm>
                  <a:off x="20199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3" name="Rectangle 117"/>
                <p:cNvSpPr>
                  <a:spLocks noChangeArrowheads="1"/>
                </p:cNvSpPr>
                <p:nvPr/>
              </p:nvSpPr>
              <p:spPr bwMode="auto">
                <a:xfrm>
                  <a:off x="20656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4" name="Rectangle 118"/>
                <p:cNvSpPr>
                  <a:spLocks noChangeArrowheads="1"/>
                </p:cNvSpPr>
                <p:nvPr/>
              </p:nvSpPr>
              <p:spPr bwMode="auto">
                <a:xfrm>
                  <a:off x="21113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5" name="Rectangle 119"/>
                <p:cNvSpPr>
                  <a:spLocks noChangeArrowheads="1"/>
                </p:cNvSpPr>
                <p:nvPr/>
              </p:nvSpPr>
              <p:spPr bwMode="auto">
                <a:xfrm>
                  <a:off x="21570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6" name="Rectangle 120"/>
                <p:cNvSpPr>
                  <a:spLocks noChangeArrowheads="1"/>
                </p:cNvSpPr>
                <p:nvPr/>
              </p:nvSpPr>
              <p:spPr bwMode="auto">
                <a:xfrm>
                  <a:off x="22028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7" name="Rectangle 121"/>
                <p:cNvSpPr>
                  <a:spLocks noChangeArrowheads="1"/>
                </p:cNvSpPr>
                <p:nvPr/>
              </p:nvSpPr>
              <p:spPr bwMode="auto">
                <a:xfrm>
                  <a:off x="22485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8" name="Rectangle 122"/>
                <p:cNvSpPr>
                  <a:spLocks noChangeArrowheads="1"/>
                </p:cNvSpPr>
                <p:nvPr/>
              </p:nvSpPr>
              <p:spPr bwMode="auto">
                <a:xfrm>
                  <a:off x="22942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9" name="Rectangle 123"/>
                <p:cNvSpPr>
                  <a:spLocks noChangeArrowheads="1"/>
                </p:cNvSpPr>
                <p:nvPr/>
              </p:nvSpPr>
              <p:spPr bwMode="auto">
                <a:xfrm>
                  <a:off x="23399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0" name="Rectangle 124"/>
                <p:cNvSpPr>
                  <a:spLocks noChangeArrowheads="1"/>
                </p:cNvSpPr>
                <p:nvPr/>
              </p:nvSpPr>
              <p:spPr bwMode="auto">
                <a:xfrm>
                  <a:off x="23856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1" name="Rectangle 125"/>
                <p:cNvSpPr>
                  <a:spLocks noChangeArrowheads="1"/>
                </p:cNvSpPr>
                <p:nvPr/>
              </p:nvSpPr>
              <p:spPr bwMode="auto">
                <a:xfrm>
                  <a:off x="24314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2" name="Rectangle 126"/>
                <p:cNvSpPr>
                  <a:spLocks noChangeArrowheads="1"/>
                </p:cNvSpPr>
                <p:nvPr/>
              </p:nvSpPr>
              <p:spPr bwMode="auto">
                <a:xfrm>
                  <a:off x="24771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3" name="Rectangle 127"/>
                <p:cNvSpPr>
                  <a:spLocks noChangeArrowheads="1"/>
                </p:cNvSpPr>
                <p:nvPr/>
              </p:nvSpPr>
              <p:spPr bwMode="auto">
                <a:xfrm>
                  <a:off x="25228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4" name="Rectangle 128"/>
                <p:cNvSpPr>
                  <a:spLocks noChangeArrowheads="1"/>
                </p:cNvSpPr>
                <p:nvPr/>
              </p:nvSpPr>
              <p:spPr bwMode="auto">
                <a:xfrm>
                  <a:off x="25685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5" name="Rectangle 129"/>
                <p:cNvSpPr>
                  <a:spLocks noChangeArrowheads="1"/>
                </p:cNvSpPr>
                <p:nvPr/>
              </p:nvSpPr>
              <p:spPr bwMode="auto">
                <a:xfrm>
                  <a:off x="26142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6" name="Rectangle 130"/>
                <p:cNvSpPr>
                  <a:spLocks noChangeArrowheads="1"/>
                </p:cNvSpPr>
                <p:nvPr/>
              </p:nvSpPr>
              <p:spPr bwMode="auto">
                <a:xfrm>
                  <a:off x="26600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7" name="Rectangle 131"/>
                <p:cNvSpPr>
                  <a:spLocks noChangeArrowheads="1"/>
                </p:cNvSpPr>
                <p:nvPr/>
              </p:nvSpPr>
              <p:spPr bwMode="auto">
                <a:xfrm>
                  <a:off x="27057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8" name="Rectangle 132"/>
                <p:cNvSpPr>
                  <a:spLocks noChangeArrowheads="1"/>
                </p:cNvSpPr>
                <p:nvPr/>
              </p:nvSpPr>
              <p:spPr bwMode="auto">
                <a:xfrm>
                  <a:off x="27514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9" name="Rectangle 133"/>
                <p:cNvSpPr>
                  <a:spLocks noChangeArrowheads="1"/>
                </p:cNvSpPr>
                <p:nvPr/>
              </p:nvSpPr>
              <p:spPr bwMode="auto">
                <a:xfrm>
                  <a:off x="27971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0" name="Rectangle 134"/>
                <p:cNvSpPr>
                  <a:spLocks noChangeArrowheads="1"/>
                </p:cNvSpPr>
                <p:nvPr/>
              </p:nvSpPr>
              <p:spPr bwMode="auto">
                <a:xfrm>
                  <a:off x="28428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1" name="Rectangle 135"/>
                <p:cNvSpPr>
                  <a:spLocks noChangeArrowheads="1"/>
                </p:cNvSpPr>
                <p:nvPr/>
              </p:nvSpPr>
              <p:spPr bwMode="auto">
                <a:xfrm>
                  <a:off x="28886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2" name="Rectangle 136"/>
                <p:cNvSpPr>
                  <a:spLocks noChangeArrowheads="1"/>
                </p:cNvSpPr>
                <p:nvPr/>
              </p:nvSpPr>
              <p:spPr bwMode="auto">
                <a:xfrm>
                  <a:off x="29343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3" name="Rectangle 137"/>
                <p:cNvSpPr>
                  <a:spLocks noChangeArrowheads="1"/>
                </p:cNvSpPr>
                <p:nvPr/>
              </p:nvSpPr>
              <p:spPr bwMode="auto">
                <a:xfrm>
                  <a:off x="29800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4" name="Rectangle 138"/>
                <p:cNvSpPr>
                  <a:spLocks noChangeArrowheads="1"/>
                </p:cNvSpPr>
                <p:nvPr/>
              </p:nvSpPr>
              <p:spPr bwMode="auto">
                <a:xfrm>
                  <a:off x="30257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5" name="Rectangle 139"/>
                <p:cNvSpPr>
                  <a:spLocks noChangeArrowheads="1"/>
                </p:cNvSpPr>
                <p:nvPr/>
              </p:nvSpPr>
              <p:spPr bwMode="auto">
                <a:xfrm>
                  <a:off x="30714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6" name="Rectangle 140"/>
                <p:cNvSpPr>
                  <a:spLocks noChangeArrowheads="1"/>
                </p:cNvSpPr>
                <p:nvPr/>
              </p:nvSpPr>
              <p:spPr bwMode="auto">
                <a:xfrm>
                  <a:off x="18827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7" name="Rectangle 141"/>
                <p:cNvSpPr>
                  <a:spLocks noChangeArrowheads="1"/>
                </p:cNvSpPr>
                <p:nvPr/>
              </p:nvSpPr>
              <p:spPr bwMode="auto">
                <a:xfrm>
                  <a:off x="19284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8" name="Rectangle 142"/>
                <p:cNvSpPr>
                  <a:spLocks noChangeArrowheads="1"/>
                </p:cNvSpPr>
                <p:nvPr/>
              </p:nvSpPr>
              <p:spPr bwMode="auto">
                <a:xfrm>
                  <a:off x="19742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9" name="Rectangle 143"/>
                <p:cNvSpPr>
                  <a:spLocks noChangeArrowheads="1"/>
                </p:cNvSpPr>
                <p:nvPr/>
              </p:nvSpPr>
              <p:spPr bwMode="auto">
                <a:xfrm>
                  <a:off x="20199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0" name="Rectangle 144"/>
                <p:cNvSpPr>
                  <a:spLocks noChangeArrowheads="1"/>
                </p:cNvSpPr>
                <p:nvPr/>
              </p:nvSpPr>
              <p:spPr bwMode="auto">
                <a:xfrm>
                  <a:off x="20656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1" name="Rectangle 145"/>
                <p:cNvSpPr>
                  <a:spLocks noChangeArrowheads="1"/>
                </p:cNvSpPr>
                <p:nvPr/>
              </p:nvSpPr>
              <p:spPr bwMode="auto">
                <a:xfrm>
                  <a:off x="21113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2" name="Rectangle 146"/>
                <p:cNvSpPr>
                  <a:spLocks noChangeArrowheads="1"/>
                </p:cNvSpPr>
                <p:nvPr/>
              </p:nvSpPr>
              <p:spPr bwMode="auto">
                <a:xfrm>
                  <a:off x="21570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3" name="Rectangle 147"/>
                <p:cNvSpPr>
                  <a:spLocks noChangeArrowheads="1"/>
                </p:cNvSpPr>
                <p:nvPr/>
              </p:nvSpPr>
              <p:spPr bwMode="auto">
                <a:xfrm>
                  <a:off x="22028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4" name="Rectangle 148"/>
                <p:cNvSpPr>
                  <a:spLocks noChangeArrowheads="1"/>
                </p:cNvSpPr>
                <p:nvPr/>
              </p:nvSpPr>
              <p:spPr bwMode="auto">
                <a:xfrm>
                  <a:off x="22485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5" name="Rectangle 149"/>
                <p:cNvSpPr>
                  <a:spLocks noChangeArrowheads="1"/>
                </p:cNvSpPr>
                <p:nvPr/>
              </p:nvSpPr>
              <p:spPr bwMode="auto">
                <a:xfrm>
                  <a:off x="22942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6" name="Rectangle 150"/>
                <p:cNvSpPr>
                  <a:spLocks noChangeArrowheads="1"/>
                </p:cNvSpPr>
                <p:nvPr/>
              </p:nvSpPr>
              <p:spPr bwMode="auto">
                <a:xfrm>
                  <a:off x="23399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7" name="Rectangle 151"/>
                <p:cNvSpPr>
                  <a:spLocks noChangeArrowheads="1"/>
                </p:cNvSpPr>
                <p:nvPr/>
              </p:nvSpPr>
              <p:spPr bwMode="auto">
                <a:xfrm>
                  <a:off x="23856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8" name="Rectangle 152"/>
                <p:cNvSpPr>
                  <a:spLocks noChangeArrowheads="1"/>
                </p:cNvSpPr>
                <p:nvPr/>
              </p:nvSpPr>
              <p:spPr bwMode="auto">
                <a:xfrm>
                  <a:off x="24314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9" name="Rectangle 153"/>
                <p:cNvSpPr>
                  <a:spLocks noChangeArrowheads="1"/>
                </p:cNvSpPr>
                <p:nvPr/>
              </p:nvSpPr>
              <p:spPr bwMode="auto">
                <a:xfrm>
                  <a:off x="24771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0" name="Rectangle 154"/>
                <p:cNvSpPr>
                  <a:spLocks noChangeArrowheads="1"/>
                </p:cNvSpPr>
                <p:nvPr/>
              </p:nvSpPr>
              <p:spPr bwMode="auto">
                <a:xfrm>
                  <a:off x="25228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1" name="Rectangle 155"/>
                <p:cNvSpPr>
                  <a:spLocks noChangeArrowheads="1"/>
                </p:cNvSpPr>
                <p:nvPr/>
              </p:nvSpPr>
              <p:spPr bwMode="auto">
                <a:xfrm>
                  <a:off x="25685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2" name="Rectangle 156"/>
                <p:cNvSpPr>
                  <a:spLocks noChangeArrowheads="1"/>
                </p:cNvSpPr>
                <p:nvPr/>
              </p:nvSpPr>
              <p:spPr bwMode="auto">
                <a:xfrm>
                  <a:off x="26142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3" name="Rectangle 157"/>
                <p:cNvSpPr>
                  <a:spLocks noChangeArrowheads="1"/>
                </p:cNvSpPr>
                <p:nvPr/>
              </p:nvSpPr>
              <p:spPr bwMode="auto">
                <a:xfrm>
                  <a:off x="26600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4" name="Rectangle 158"/>
                <p:cNvSpPr>
                  <a:spLocks noChangeArrowheads="1"/>
                </p:cNvSpPr>
                <p:nvPr/>
              </p:nvSpPr>
              <p:spPr bwMode="auto">
                <a:xfrm>
                  <a:off x="27057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5" name="Rectangle 159"/>
                <p:cNvSpPr>
                  <a:spLocks noChangeArrowheads="1"/>
                </p:cNvSpPr>
                <p:nvPr/>
              </p:nvSpPr>
              <p:spPr bwMode="auto">
                <a:xfrm>
                  <a:off x="27514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6" name="Rectangle 160"/>
                <p:cNvSpPr>
                  <a:spLocks noChangeArrowheads="1"/>
                </p:cNvSpPr>
                <p:nvPr/>
              </p:nvSpPr>
              <p:spPr bwMode="auto">
                <a:xfrm>
                  <a:off x="27971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7" name="Rectangle 161"/>
                <p:cNvSpPr>
                  <a:spLocks noChangeArrowheads="1"/>
                </p:cNvSpPr>
                <p:nvPr/>
              </p:nvSpPr>
              <p:spPr bwMode="auto">
                <a:xfrm>
                  <a:off x="28428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8" name="Rectangle 162"/>
                <p:cNvSpPr>
                  <a:spLocks noChangeArrowheads="1"/>
                </p:cNvSpPr>
                <p:nvPr/>
              </p:nvSpPr>
              <p:spPr bwMode="auto">
                <a:xfrm>
                  <a:off x="28886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9" name="Rectangle 163"/>
                <p:cNvSpPr>
                  <a:spLocks noChangeArrowheads="1"/>
                </p:cNvSpPr>
                <p:nvPr/>
              </p:nvSpPr>
              <p:spPr bwMode="auto">
                <a:xfrm>
                  <a:off x="29343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0" name="Rectangle 164"/>
                <p:cNvSpPr>
                  <a:spLocks noChangeArrowheads="1"/>
                </p:cNvSpPr>
                <p:nvPr/>
              </p:nvSpPr>
              <p:spPr bwMode="auto">
                <a:xfrm>
                  <a:off x="29800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1" name="Rectangle 165"/>
                <p:cNvSpPr>
                  <a:spLocks noChangeArrowheads="1"/>
                </p:cNvSpPr>
                <p:nvPr/>
              </p:nvSpPr>
              <p:spPr bwMode="auto">
                <a:xfrm>
                  <a:off x="30257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2" name="Rectangle 166"/>
                <p:cNvSpPr>
                  <a:spLocks noChangeArrowheads="1"/>
                </p:cNvSpPr>
                <p:nvPr/>
              </p:nvSpPr>
              <p:spPr bwMode="auto">
                <a:xfrm>
                  <a:off x="30714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3" name="Rectangle 167"/>
                <p:cNvSpPr>
                  <a:spLocks noChangeArrowheads="1"/>
                </p:cNvSpPr>
                <p:nvPr/>
              </p:nvSpPr>
              <p:spPr bwMode="auto">
                <a:xfrm>
                  <a:off x="18827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4" name="Rectangle 168"/>
                <p:cNvSpPr>
                  <a:spLocks noChangeArrowheads="1"/>
                </p:cNvSpPr>
                <p:nvPr/>
              </p:nvSpPr>
              <p:spPr bwMode="auto">
                <a:xfrm>
                  <a:off x="19284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5" name="Rectangle 169"/>
                <p:cNvSpPr>
                  <a:spLocks noChangeArrowheads="1"/>
                </p:cNvSpPr>
                <p:nvPr/>
              </p:nvSpPr>
              <p:spPr bwMode="auto">
                <a:xfrm>
                  <a:off x="19742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6" name="Rectangle 170"/>
                <p:cNvSpPr>
                  <a:spLocks noChangeArrowheads="1"/>
                </p:cNvSpPr>
                <p:nvPr/>
              </p:nvSpPr>
              <p:spPr bwMode="auto">
                <a:xfrm>
                  <a:off x="20199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7" name="Rectangle 171"/>
                <p:cNvSpPr>
                  <a:spLocks noChangeArrowheads="1"/>
                </p:cNvSpPr>
                <p:nvPr/>
              </p:nvSpPr>
              <p:spPr bwMode="auto">
                <a:xfrm>
                  <a:off x="20656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8" name="Rectangle 172"/>
                <p:cNvSpPr>
                  <a:spLocks noChangeArrowheads="1"/>
                </p:cNvSpPr>
                <p:nvPr/>
              </p:nvSpPr>
              <p:spPr bwMode="auto">
                <a:xfrm>
                  <a:off x="21113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9" name="Rectangle 173"/>
                <p:cNvSpPr>
                  <a:spLocks noChangeArrowheads="1"/>
                </p:cNvSpPr>
                <p:nvPr/>
              </p:nvSpPr>
              <p:spPr bwMode="auto">
                <a:xfrm>
                  <a:off x="21570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0" name="Rectangle 174"/>
                <p:cNvSpPr>
                  <a:spLocks noChangeArrowheads="1"/>
                </p:cNvSpPr>
                <p:nvPr/>
              </p:nvSpPr>
              <p:spPr bwMode="auto">
                <a:xfrm>
                  <a:off x="22028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1" name="Rectangle 175"/>
                <p:cNvSpPr>
                  <a:spLocks noChangeArrowheads="1"/>
                </p:cNvSpPr>
                <p:nvPr/>
              </p:nvSpPr>
              <p:spPr bwMode="auto">
                <a:xfrm>
                  <a:off x="22485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2" name="Rectangle 176"/>
                <p:cNvSpPr>
                  <a:spLocks noChangeArrowheads="1"/>
                </p:cNvSpPr>
                <p:nvPr/>
              </p:nvSpPr>
              <p:spPr bwMode="auto">
                <a:xfrm>
                  <a:off x="22942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3" name="Rectangle 177"/>
                <p:cNvSpPr>
                  <a:spLocks noChangeArrowheads="1"/>
                </p:cNvSpPr>
                <p:nvPr/>
              </p:nvSpPr>
              <p:spPr bwMode="auto">
                <a:xfrm>
                  <a:off x="23399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4" name="Rectangle 178"/>
                <p:cNvSpPr>
                  <a:spLocks noChangeArrowheads="1"/>
                </p:cNvSpPr>
                <p:nvPr/>
              </p:nvSpPr>
              <p:spPr bwMode="auto">
                <a:xfrm>
                  <a:off x="23856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5" name="Rectangle 179"/>
                <p:cNvSpPr>
                  <a:spLocks noChangeArrowheads="1"/>
                </p:cNvSpPr>
                <p:nvPr/>
              </p:nvSpPr>
              <p:spPr bwMode="auto">
                <a:xfrm>
                  <a:off x="24314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6" name="Rectangle 180"/>
                <p:cNvSpPr>
                  <a:spLocks noChangeArrowheads="1"/>
                </p:cNvSpPr>
                <p:nvPr/>
              </p:nvSpPr>
              <p:spPr bwMode="auto">
                <a:xfrm>
                  <a:off x="24771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7" name="Rectangle 181"/>
                <p:cNvSpPr>
                  <a:spLocks noChangeArrowheads="1"/>
                </p:cNvSpPr>
                <p:nvPr/>
              </p:nvSpPr>
              <p:spPr bwMode="auto">
                <a:xfrm>
                  <a:off x="25228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8" name="Rectangle 182"/>
                <p:cNvSpPr>
                  <a:spLocks noChangeArrowheads="1"/>
                </p:cNvSpPr>
                <p:nvPr/>
              </p:nvSpPr>
              <p:spPr bwMode="auto">
                <a:xfrm>
                  <a:off x="25685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9" name="Rectangle 183"/>
                <p:cNvSpPr>
                  <a:spLocks noChangeArrowheads="1"/>
                </p:cNvSpPr>
                <p:nvPr/>
              </p:nvSpPr>
              <p:spPr bwMode="auto">
                <a:xfrm>
                  <a:off x="26142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0" name="Rectangle 184"/>
                <p:cNvSpPr>
                  <a:spLocks noChangeArrowheads="1"/>
                </p:cNvSpPr>
                <p:nvPr/>
              </p:nvSpPr>
              <p:spPr bwMode="auto">
                <a:xfrm>
                  <a:off x="26600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1" name="Rectangle 185"/>
                <p:cNvSpPr>
                  <a:spLocks noChangeArrowheads="1"/>
                </p:cNvSpPr>
                <p:nvPr/>
              </p:nvSpPr>
              <p:spPr bwMode="auto">
                <a:xfrm>
                  <a:off x="27057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2" name="Rectangle 186"/>
                <p:cNvSpPr>
                  <a:spLocks noChangeArrowheads="1"/>
                </p:cNvSpPr>
                <p:nvPr/>
              </p:nvSpPr>
              <p:spPr bwMode="auto">
                <a:xfrm>
                  <a:off x="27514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3" name="Rectangle 187"/>
                <p:cNvSpPr>
                  <a:spLocks noChangeArrowheads="1"/>
                </p:cNvSpPr>
                <p:nvPr/>
              </p:nvSpPr>
              <p:spPr bwMode="auto">
                <a:xfrm>
                  <a:off x="27971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4" name="Rectangle 188"/>
                <p:cNvSpPr>
                  <a:spLocks noChangeArrowheads="1"/>
                </p:cNvSpPr>
                <p:nvPr/>
              </p:nvSpPr>
              <p:spPr bwMode="auto">
                <a:xfrm>
                  <a:off x="28428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5" name="Rectangle 189"/>
                <p:cNvSpPr>
                  <a:spLocks noChangeArrowheads="1"/>
                </p:cNvSpPr>
                <p:nvPr/>
              </p:nvSpPr>
              <p:spPr bwMode="auto">
                <a:xfrm>
                  <a:off x="28886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6" name="Rectangle 190"/>
                <p:cNvSpPr>
                  <a:spLocks noChangeArrowheads="1"/>
                </p:cNvSpPr>
                <p:nvPr/>
              </p:nvSpPr>
              <p:spPr bwMode="auto">
                <a:xfrm>
                  <a:off x="29343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7" name="Rectangle 191"/>
                <p:cNvSpPr>
                  <a:spLocks noChangeArrowheads="1"/>
                </p:cNvSpPr>
                <p:nvPr/>
              </p:nvSpPr>
              <p:spPr bwMode="auto">
                <a:xfrm>
                  <a:off x="29800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8" name="Rectangle 192"/>
                <p:cNvSpPr>
                  <a:spLocks noChangeArrowheads="1"/>
                </p:cNvSpPr>
                <p:nvPr/>
              </p:nvSpPr>
              <p:spPr bwMode="auto">
                <a:xfrm>
                  <a:off x="30257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9" name="Rectangle 193"/>
                <p:cNvSpPr>
                  <a:spLocks noChangeArrowheads="1"/>
                </p:cNvSpPr>
                <p:nvPr/>
              </p:nvSpPr>
              <p:spPr bwMode="auto">
                <a:xfrm>
                  <a:off x="30714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0" name="Rectangle 194"/>
                <p:cNvSpPr>
                  <a:spLocks noChangeArrowheads="1"/>
                </p:cNvSpPr>
                <p:nvPr/>
              </p:nvSpPr>
              <p:spPr bwMode="auto">
                <a:xfrm>
                  <a:off x="18827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1" name="Rectangle 195"/>
                <p:cNvSpPr>
                  <a:spLocks noChangeArrowheads="1"/>
                </p:cNvSpPr>
                <p:nvPr/>
              </p:nvSpPr>
              <p:spPr bwMode="auto">
                <a:xfrm>
                  <a:off x="192849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2" name="Rectangle 196"/>
                <p:cNvSpPr>
                  <a:spLocks noChangeArrowheads="1"/>
                </p:cNvSpPr>
                <p:nvPr/>
              </p:nvSpPr>
              <p:spPr bwMode="auto">
                <a:xfrm>
                  <a:off x="197421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3" name="Rectangle 197"/>
                <p:cNvSpPr>
                  <a:spLocks noChangeArrowheads="1"/>
                </p:cNvSpPr>
                <p:nvPr/>
              </p:nvSpPr>
              <p:spPr bwMode="auto">
                <a:xfrm>
                  <a:off x="201993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4" name="Rectangle 198"/>
                <p:cNvSpPr>
                  <a:spLocks noChangeArrowheads="1"/>
                </p:cNvSpPr>
                <p:nvPr/>
              </p:nvSpPr>
              <p:spPr bwMode="auto">
                <a:xfrm>
                  <a:off x="206565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5" name="Rectangle 199"/>
                <p:cNvSpPr>
                  <a:spLocks noChangeArrowheads="1"/>
                </p:cNvSpPr>
                <p:nvPr/>
              </p:nvSpPr>
              <p:spPr bwMode="auto">
                <a:xfrm>
                  <a:off x="21113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6" name="Rectangle 200"/>
                <p:cNvSpPr>
                  <a:spLocks noChangeArrowheads="1"/>
                </p:cNvSpPr>
                <p:nvPr/>
              </p:nvSpPr>
              <p:spPr bwMode="auto">
                <a:xfrm>
                  <a:off x="215709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7" name="Rectangle 201"/>
                <p:cNvSpPr>
                  <a:spLocks noChangeArrowheads="1"/>
                </p:cNvSpPr>
                <p:nvPr/>
              </p:nvSpPr>
              <p:spPr bwMode="auto">
                <a:xfrm>
                  <a:off x="220281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8" name="Rectangle 202"/>
                <p:cNvSpPr>
                  <a:spLocks noChangeArrowheads="1"/>
                </p:cNvSpPr>
                <p:nvPr/>
              </p:nvSpPr>
              <p:spPr bwMode="auto">
                <a:xfrm>
                  <a:off x="224853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9" name="Rectangle 203"/>
                <p:cNvSpPr>
                  <a:spLocks noChangeArrowheads="1"/>
                </p:cNvSpPr>
                <p:nvPr/>
              </p:nvSpPr>
              <p:spPr bwMode="auto">
                <a:xfrm>
                  <a:off x="229425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0" name="Rectangle 204"/>
                <p:cNvSpPr>
                  <a:spLocks noChangeArrowheads="1"/>
                </p:cNvSpPr>
                <p:nvPr/>
              </p:nvSpPr>
              <p:spPr bwMode="auto">
                <a:xfrm>
                  <a:off x="23399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1" name="Rectangle 206"/>
                <p:cNvSpPr>
                  <a:spLocks noChangeArrowheads="1"/>
                </p:cNvSpPr>
                <p:nvPr/>
              </p:nvSpPr>
              <p:spPr bwMode="auto">
                <a:xfrm>
                  <a:off x="23856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2" name="Rectangle 207"/>
                <p:cNvSpPr>
                  <a:spLocks noChangeArrowheads="1"/>
                </p:cNvSpPr>
                <p:nvPr/>
              </p:nvSpPr>
              <p:spPr bwMode="auto">
                <a:xfrm>
                  <a:off x="24314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3" name="Rectangle 208"/>
                <p:cNvSpPr>
                  <a:spLocks noChangeArrowheads="1"/>
                </p:cNvSpPr>
                <p:nvPr/>
              </p:nvSpPr>
              <p:spPr bwMode="auto">
                <a:xfrm>
                  <a:off x="24771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4" name="Rectangle 209"/>
                <p:cNvSpPr>
                  <a:spLocks noChangeArrowheads="1"/>
                </p:cNvSpPr>
                <p:nvPr/>
              </p:nvSpPr>
              <p:spPr bwMode="auto">
                <a:xfrm>
                  <a:off x="25228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5" name="Rectangle 210"/>
                <p:cNvSpPr>
                  <a:spLocks noChangeArrowheads="1"/>
                </p:cNvSpPr>
                <p:nvPr/>
              </p:nvSpPr>
              <p:spPr bwMode="auto">
                <a:xfrm>
                  <a:off x="25685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6" name="Rectangle 211"/>
                <p:cNvSpPr>
                  <a:spLocks noChangeArrowheads="1"/>
                </p:cNvSpPr>
                <p:nvPr/>
              </p:nvSpPr>
              <p:spPr bwMode="auto">
                <a:xfrm>
                  <a:off x="26142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7" name="Rectangle 212"/>
                <p:cNvSpPr>
                  <a:spLocks noChangeArrowheads="1"/>
                </p:cNvSpPr>
                <p:nvPr/>
              </p:nvSpPr>
              <p:spPr bwMode="auto">
                <a:xfrm>
                  <a:off x="26600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8" name="Rectangle 213"/>
                <p:cNvSpPr>
                  <a:spLocks noChangeArrowheads="1"/>
                </p:cNvSpPr>
                <p:nvPr/>
              </p:nvSpPr>
              <p:spPr bwMode="auto">
                <a:xfrm>
                  <a:off x="27057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9" name="Rectangle 214"/>
                <p:cNvSpPr>
                  <a:spLocks noChangeArrowheads="1"/>
                </p:cNvSpPr>
                <p:nvPr/>
              </p:nvSpPr>
              <p:spPr bwMode="auto">
                <a:xfrm>
                  <a:off x="27514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0" name="Rectangle 215"/>
                <p:cNvSpPr>
                  <a:spLocks noChangeArrowheads="1"/>
                </p:cNvSpPr>
                <p:nvPr/>
              </p:nvSpPr>
              <p:spPr bwMode="auto">
                <a:xfrm>
                  <a:off x="27971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1" name="Rectangle 216"/>
                <p:cNvSpPr>
                  <a:spLocks noChangeArrowheads="1"/>
                </p:cNvSpPr>
                <p:nvPr/>
              </p:nvSpPr>
              <p:spPr bwMode="auto">
                <a:xfrm>
                  <a:off x="28428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2" name="Rectangle 217"/>
                <p:cNvSpPr>
                  <a:spLocks noChangeArrowheads="1"/>
                </p:cNvSpPr>
                <p:nvPr/>
              </p:nvSpPr>
              <p:spPr bwMode="auto">
                <a:xfrm>
                  <a:off x="28886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3" name="Rectangle 218"/>
                <p:cNvSpPr>
                  <a:spLocks noChangeArrowheads="1"/>
                </p:cNvSpPr>
                <p:nvPr/>
              </p:nvSpPr>
              <p:spPr bwMode="auto">
                <a:xfrm>
                  <a:off x="29343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4" name="Rectangle 219"/>
                <p:cNvSpPr>
                  <a:spLocks noChangeArrowheads="1"/>
                </p:cNvSpPr>
                <p:nvPr/>
              </p:nvSpPr>
              <p:spPr bwMode="auto">
                <a:xfrm>
                  <a:off x="29800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5" name="Rectangle 220"/>
                <p:cNvSpPr>
                  <a:spLocks noChangeArrowheads="1"/>
                </p:cNvSpPr>
                <p:nvPr/>
              </p:nvSpPr>
              <p:spPr bwMode="auto">
                <a:xfrm>
                  <a:off x="30257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6" name="Rectangle 221"/>
                <p:cNvSpPr>
                  <a:spLocks noChangeArrowheads="1"/>
                </p:cNvSpPr>
                <p:nvPr/>
              </p:nvSpPr>
              <p:spPr bwMode="auto">
                <a:xfrm>
                  <a:off x="30714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7" name="Rectangle 222"/>
                <p:cNvSpPr>
                  <a:spLocks noChangeArrowheads="1"/>
                </p:cNvSpPr>
                <p:nvPr/>
              </p:nvSpPr>
              <p:spPr bwMode="auto">
                <a:xfrm>
                  <a:off x="18827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8" name="Rectangle 223"/>
                <p:cNvSpPr>
                  <a:spLocks noChangeArrowheads="1"/>
                </p:cNvSpPr>
                <p:nvPr/>
              </p:nvSpPr>
              <p:spPr bwMode="auto">
                <a:xfrm>
                  <a:off x="19284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9" name="Rectangle 224"/>
                <p:cNvSpPr>
                  <a:spLocks noChangeArrowheads="1"/>
                </p:cNvSpPr>
                <p:nvPr/>
              </p:nvSpPr>
              <p:spPr bwMode="auto">
                <a:xfrm>
                  <a:off x="19742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0" name="Rectangle 225"/>
                <p:cNvSpPr>
                  <a:spLocks noChangeArrowheads="1"/>
                </p:cNvSpPr>
                <p:nvPr/>
              </p:nvSpPr>
              <p:spPr bwMode="auto">
                <a:xfrm>
                  <a:off x="20199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1" name="Rectangle 226"/>
                <p:cNvSpPr>
                  <a:spLocks noChangeArrowheads="1"/>
                </p:cNvSpPr>
                <p:nvPr/>
              </p:nvSpPr>
              <p:spPr bwMode="auto">
                <a:xfrm>
                  <a:off x="20656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2" name="Rectangle 227"/>
                <p:cNvSpPr>
                  <a:spLocks noChangeArrowheads="1"/>
                </p:cNvSpPr>
                <p:nvPr/>
              </p:nvSpPr>
              <p:spPr bwMode="auto">
                <a:xfrm>
                  <a:off x="21113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3" name="Rectangle 228"/>
                <p:cNvSpPr>
                  <a:spLocks noChangeArrowheads="1"/>
                </p:cNvSpPr>
                <p:nvPr/>
              </p:nvSpPr>
              <p:spPr bwMode="auto">
                <a:xfrm>
                  <a:off x="21570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4" name="Rectangle 229"/>
                <p:cNvSpPr>
                  <a:spLocks noChangeArrowheads="1"/>
                </p:cNvSpPr>
                <p:nvPr/>
              </p:nvSpPr>
              <p:spPr bwMode="auto">
                <a:xfrm>
                  <a:off x="22028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5" name="Rectangle 230"/>
                <p:cNvSpPr>
                  <a:spLocks noChangeArrowheads="1"/>
                </p:cNvSpPr>
                <p:nvPr/>
              </p:nvSpPr>
              <p:spPr bwMode="auto">
                <a:xfrm>
                  <a:off x="22485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6" name="Rectangle 231"/>
                <p:cNvSpPr>
                  <a:spLocks noChangeArrowheads="1"/>
                </p:cNvSpPr>
                <p:nvPr/>
              </p:nvSpPr>
              <p:spPr bwMode="auto">
                <a:xfrm>
                  <a:off x="22942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7" name="Rectangle 232"/>
                <p:cNvSpPr>
                  <a:spLocks noChangeArrowheads="1"/>
                </p:cNvSpPr>
                <p:nvPr/>
              </p:nvSpPr>
              <p:spPr bwMode="auto">
                <a:xfrm>
                  <a:off x="23399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8" name="Rectangle 233"/>
                <p:cNvSpPr>
                  <a:spLocks noChangeArrowheads="1"/>
                </p:cNvSpPr>
                <p:nvPr/>
              </p:nvSpPr>
              <p:spPr bwMode="auto">
                <a:xfrm>
                  <a:off x="23856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9" name="Rectangle 234"/>
                <p:cNvSpPr>
                  <a:spLocks noChangeArrowheads="1"/>
                </p:cNvSpPr>
                <p:nvPr/>
              </p:nvSpPr>
              <p:spPr bwMode="auto">
                <a:xfrm>
                  <a:off x="24314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0" name="Rectangle 235"/>
                <p:cNvSpPr>
                  <a:spLocks noChangeArrowheads="1"/>
                </p:cNvSpPr>
                <p:nvPr/>
              </p:nvSpPr>
              <p:spPr bwMode="auto">
                <a:xfrm>
                  <a:off x="24771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1" name="Rectangle 236"/>
                <p:cNvSpPr>
                  <a:spLocks noChangeArrowheads="1"/>
                </p:cNvSpPr>
                <p:nvPr/>
              </p:nvSpPr>
              <p:spPr bwMode="auto">
                <a:xfrm>
                  <a:off x="25228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2" name="Rectangle 237"/>
                <p:cNvSpPr>
                  <a:spLocks noChangeArrowheads="1"/>
                </p:cNvSpPr>
                <p:nvPr/>
              </p:nvSpPr>
              <p:spPr bwMode="auto">
                <a:xfrm>
                  <a:off x="25685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3" name="Rectangle 238"/>
                <p:cNvSpPr>
                  <a:spLocks noChangeArrowheads="1"/>
                </p:cNvSpPr>
                <p:nvPr/>
              </p:nvSpPr>
              <p:spPr bwMode="auto">
                <a:xfrm>
                  <a:off x="26142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4" name="Rectangle 239"/>
                <p:cNvSpPr>
                  <a:spLocks noChangeArrowheads="1"/>
                </p:cNvSpPr>
                <p:nvPr/>
              </p:nvSpPr>
              <p:spPr bwMode="auto">
                <a:xfrm>
                  <a:off x="26600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5" name="Rectangle 240"/>
                <p:cNvSpPr>
                  <a:spLocks noChangeArrowheads="1"/>
                </p:cNvSpPr>
                <p:nvPr/>
              </p:nvSpPr>
              <p:spPr bwMode="auto">
                <a:xfrm>
                  <a:off x="27057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6" name="Rectangle 241"/>
                <p:cNvSpPr>
                  <a:spLocks noChangeArrowheads="1"/>
                </p:cNvSpPr>
                <p:nvPr/>
              </p:nvSpPr>
              <p:spPr bwMode="auto">
                <a:xfrm>
                  <a:off x="27514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7" name="Rectangle 242"/>
                <p:cNvSpPr>
                  <a:spLocks noChangeArrowheads="1"/>
                </p:cNvSpPr>
                <p:nvPr/>
              </p:nvSpPr>
              <p:spPr bwMode="auto">
                <a:xfrm>
                  <a:off x="27971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8" name="Rectangle 243"/>
                <p:cNvSpPr>
                  <a:spLocks noChangeArrowheads="1"/>
                </p:cNvSpPr>
                <p:nvPr/>
              </p:nvSpPr>
              <p:spPr bwMode="auto">
                <a:xfrm>
                  <a:off x="28428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9" name="Rectangle 244"/>
                <p:cNvSpPr>
                  <a:spLocks noChangeArrowheads="1"/>
                </p:cNvSpPr>
                <p:nvPr/>
              </p:nvSpPr>
              <p:spPr bwMode="auto">
                <a:xfrm>
                  <a:off x="28886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0" name="Rectangle 245"/>
                <p:cNvSpPr>
                  <a:spLocks noChangeArrowheads="1"/>
                </p:cNvSpPr>
                <p:nvPr/>
              </p:nvSpPr>
              <p:spPr bwMode="auto">
                <a:xfrm>
                  <a:off x="29343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1" name="Rectangle 246"/>
                <p:cNvSpPr>
                  <a:spLocks noChangeArrowheads="1"/>
                </p:cNvSpPr>
                <p:nvPr/>
              </p:nvSpPr>
              <p:spPr bwMode="auto">
                <a:xfrm>
                  <a:off x="29800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2" name="Rectangle 247"/>
                <p:cNvSpPr>
                  <a:spLocks noChangeArrowheads="1"/>
                </p:cNvSpPr>
                <p:nvPr/>
              </p:nvSpPr>
              <p:spPr bwMode="auto">
                <a:xfrm>
                  <a:off x="30257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3" name="Rectangle 248"/>
                <p:cNvSpPr>
                  <a:spLocks noChangeArrowheads="1"/>
                </p:cNvSpPr>
                <p:nvPr/>
              </p:nvSpPr>
              <p:spPr bwMode="auto">
                <a:xfrm>
                  <a:off x="30714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4" name="Rectangle 249"/>
                <p:cNvSpPr>
                  <a:spLocks noChangeArrowheads="1"/>
                </p:cNvSpPr>
                <p:nvPr/>
              </p:nvSpPr>
              <p:spPr bwMode="auto">
                <a:xfrm>
                  <a:off x="18827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5" name="Rectangle 250"/>
                <p:cNvSpPr>
                  <a:spLocks noChangeArrowheads="1"/>
                </p:cNvSpPr>
                <p:nvPr/>
              </p:nvSpPr>
              <p:spPr bwMode="auto">
                <a:xfrm>
                  <a:off x="19284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6" name="Rectangle 251"/>
                <p:cNvSpPr>
                  <a:spLocks noChangeArrowheads="1"/>
                </p:cNvSpPr>
                <p:nvPr/>
              </p:nvSpPr>
              <p:spPr bwMode="auto">
                <a:xfrm>
                  <a:off x="19742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7" name="Rectangle 252"/>
                <p:cNvSpPr>
                  <a:spLocks noChangeArrowheads="1"/>
                </p:cNvSpPr>
                <p:nvPr/>
              </p:nvSpPr>
              <p:spPr bwMode="auto">
                <a:xfrm>
                  <a:off x="20199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8" name="Rectangle 253"/>
                <p:cNvSpPr>
                  <a:spLocks noChangeArrowheads="1"/>
                </p:cNvSpPr>
                <p:nvPr/>
              </p:nvSpPr>
              <p:spPr bwMode="auto">
                <a:xfrm>
                  <a:off x="20656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9" name="Rectangle 254"/>
                <p:cNvSpPr>
                  <a:spLocks noChangeArrowheads="1"/>
                </p:cNvSpPr>
                <p:nvPr/>
              </p:nvSpPr>
              <p:spPr bwMode="auto">
                <a:xfrm>
                  <a:off x="21113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0" name="Rectangle 255"/>
                <p:cNvSpPr>
                  <a:spLocks noChangeArrowheads="1"/>
                </p:cNvSpPr>
                <p:nvPr/>
              </p:nvSpPr>
              <p:spPr bwMode="auto">
                <a:xfrm>
                  <a:off x="21570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1" name="Rectangle 256"/>
                <p:cNvSpPr>
                  <a:spLocks noChangeArrowheads="1"/>
                </p:cNvSpPr>
                <p:nvPr/>
              </p:nvSpPr>
              <p:spPr bwMode="auto">
                <a:xfrm>
                  <a:off x="22028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2" name="Rectangle 257"/>
                <p:cNvSpPr>
                  <a:spLocks noChangeArrowheads="1"/>
                </p:cNvSpPr>
                <p:nvPr/>
              </p:nvSpPr>
              <p:spPr bwMode="auto">
                <a:xfrm>
                  <a:off x="22485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3" name="Rectangle 258"/>
                <p:cNvSpPr>
                  <a:spLocks noChangeArrowheads="1"/>
                </p:cNvSpPr>
                <p:nvPr/>
              </p:nvSpPr>
              <p:spPr bwMode="auto">
                <a:xfrm>
                  <a:off x="22942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4" name="Rectangle 259"/>
                <p:cNvSpPr>
                  <a:spLocks noChangeArrowheads="1"/>
                </p:cNvSpPr>
                <p:nvPr/>
              </p:nvSpPr>
              <p:spPr bwMode="auto">
                <a:xfrm>
                  <a:off x="23399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5" name="Rectangle 260"/>
                <p:cNvSpPr>
                  <a:spLocks noChangeArrowheads="1"/>
                </p:cNvSpPr>
                <p:nvPr/>
              </p:nvSpPr>
              <p:spPr bwMode="auto">
                <a:xfrm>
                  <a:off x="23856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6" name="Rectangle 261"/>
                <p:cNvSpPr>
                  <a:spLocks noChangeArrowheads="1"/>
                </p:cNvSpPr>
                <p:nvPr/>
              </p:nvSpPr>
              <p:spPr bwMode="auto">
                <a:xfrm>
                  <a:off x="24314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7" name="Rectangle 262"/>
                <p:cNvSpPr>
                  <a:spLocks noChangeArrowheads="1"/>
                </p:cNvSpPr>
                <p:nvPr/>
              </p:nvSpPr>
              <p:spPr bwMode="auto">
                <a:xfrm>
                  <a:off x="24771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8" name="Rectangle 263"/>
                <p:cNvSpPr>
                  <a:spLocks noChangeArrowheads="1"/>
                </p:cNvSpPr>
                <p:nvPr/>
              </p:nvSpPr>
              <p:spPr bwMode="auto">
                <a:xfrm>
                  <a:off x="25228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9" name="Rectangle 264"/>
                <p:cNvSpPr>
                  <a:spLocks noChangeArrowheads="1"/>
                </p:cNvSpPr>
                <p:nvPr/>
              </p:nvSpPr>
              <p:spPr bwMode="auto">
                <a:xfrm>
                  <a:off x="25685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0" name="Rectangle 265"/>
                <p:cNvSpPr>
                  <a:spLocks noChangeArrowheads="1"/>
                </p:cNvSpPr>
                <p:nvPr/>
              </p:nvSpPr>
              <p:spPr bwMode="auto">
                <a:xfrm>
                  <a:off x="26142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1" name="Rectangle 266"/>
                <p:cNvSpPr>
                  <a:spLocks noChangeArrowheads="1"/>
                </p:cNvSpPr>
                <p:nvPr/>
              </p:nvSpPr>
              <p:spPr bwMode="auto">
                <a:xfrm>
                  <a:off x="26600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2" name="Rectangle 267"/>
                <p:cNvSpPr>
                  <a:spLocks noChangeArrowheads="1"/>
                </p:cNvSpPr>
                <p:nvPr/>
              </p:nvSpPr>
              <p:spPr bwMode="auto">
                <a:xfrm>
                  <a:off x="27057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3" name="Rectangle 268"/>
                <p:cNvSpPr>
                  <a:spLocks noChangeArrowheads="1"/>
                </p:cNvSpPr>
                <p:nvPr/>
              </p:nvSpPr>
              <p:spPr bwMode="auto">
                <a:xfrm>
                  <a:off x="27514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4" name="Rectangle 269"/>
                <p:cNvSpPr>
                  <a:spLocks noChangeArrowheads="1"/>
                </p:cNvSpPr>
                <p:nvPr/>
              </p:nvSpPr>
              <p:spPr bwMode="auto">
                <a:xfrm>
                  <a:off x="27971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5" name="Rectangle 270"/>
                <p:cNvSpPr>
                  <a:spLocks noChangeArrowheads="1"/>
                </p:cNvSpPr>
                <p:nvPr/>
              </p:nvSpPr>
              <p:spPr bwMode="auto">
                <a:xfrm>
                  <a:off x="28428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6" name="Rectangle 271"/>
                <p:cNvSpPr>
                  <a:spLocks noChangeArrowheads="1"/>
                </p:cNvSpPr>
                <p:nvPr/>
              </p:nvSpPr>
              <p:spPr bwMode="auto">
                <a:xfrm>
                  <a:off x="28886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7" name="Rectangle 272"/>
                <p:cNvSpPr>
                  <a:spLocks noChangeArrowheads="1"/>
                </p:cNvSpPr>
                <p:nvPr/>
              </p:nvSpPr>
              <p:spPr bwMode="auto">
                <a:xfrm>
                  <a:off x="29343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8" name="Rectangle 273"/>
                <p:cNvSpPr>
                  <a:spLocks noChangeArrowheads="1"/>
                </p:cNvSpPr>
                <p:nvPr/>
              </p:nvSpPr>
              <p:spPr bwMode="auto">
                <a:xfrm>
                  <a:off x="29800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9" name="Rectangle 274"/>
                <p:cNvSpPr>
                  <a:spLocks noChangeArrowheads="1"/>
                </p:cNvSpPr>
                <p:nvPr/>
              </p:nvSpPr>
              <p:spPr bwMode="auto">
                <a:xfrm>
                  <a:off x="30257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0" name="Rectangle 275"/>
                <p:cNvSpPr>
                  <a:spLocks noChangeArrowheads="1"/>
                </p:cNvSpPr>
                <p:nvPr/>
              </p:nvSpPr>
              <p:spPr bwMode="auto">
                <a:xfrm>
                  <a:off x="30714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1" name="Rectangle 276"/>
                <p:cNvSpPr>
                  <a:spLocks noChangeArrowheads="1"/>
                </p:cNvSpPr>
                <p:nvPr/>
              </p:nvSpPr>
              <p:spPr bwMode="auto">
                <a:xfrm>
                  <a:off x="18827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2" name="Rectangle 277"/>
                <p:cNvSpPr>
                  <a:spLocks noChangeArrowheads="1"/>
                </p:cNvSpPr>
                <p:nvPr/>
              </p:nvSpPr>
              <p:spPr bwMode="auto">
                <a:xfrm>
                  <a:off x="19284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3" name="Rectangle 278"/>
                <p:cNvSpPr>
                  <a:spLocks noChangeArrowheads="1"/>
                </p:cNvSpPr>
                <p:nvPr/>
              </p:nvSpPr>
              <p:spPr bwMode="auto">
                <a:xfrm>
                  <a:off x="19742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4" name="Rectangle 279"/>
                <p:cNvSpPr>
                  <a:spLocks noChangeArrowheads="1"/>
                </p:cNvSpPr>
                <p:nvPr/>
              </p:nvSpPr>
              <p:spPr bwMode="auto">
                <a:xfrm>
                  <a:off x="20199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5" name="Rectangle 280"/>
                <p:cNvSpPr>
                  <a:spLocks noChangeArrowheads="1"/>
                </p:cNvSpPr>
                <p:nvPr/>
              </p:nvSpPr>
              <p:spPr bwMode="auto">
                <a:xfrm>
                  <a:off x="20656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6" name="Rectangle 281"/>
                <p:cNvSpPr>
                  <a:spLocks noChangeArrowheads="1"/>
                </p:cNvSpPr>
                <p:nvPr/>
              </p:nvSpPr>
              <p:spPr bwMode="auto">
                <a:xfrm>
                  <a:off x="21113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7" name="Rectangle 282"/>
                <p:cNvSpPr>
                  <a:spLocks noChangeArrowheads="1"/>
                </p:cNvSpPr>
                <p:nvPr/>
              </p:nvSpPr>
              <p:spPr bwMode="auto">
                <a:xfrm>
                  <a:off x="21570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8" name="Rectangle 283"/>
                <p:cNvSpPr>
                  <a:spLocks noChangeArrowheads="1"/>
                </p:cNvSpPr>
                <p:nvPr/>
              </p:nvSpPr>
              <p:spPr bwMode="auto">
                <a:xfrm>
                  <a:off x="22028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9" name="Rectangle 284"/>
                <p:cNvSpPr>
                  <a:spLocks noChangeArrowheads="1"/>
                </p:cNvSpPr>
                <p:nvPr/>
              </p:nvSpPr>
              <p:spPr bwMode="auto">
                <a:xfrm>
                  <a:off x="22485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0" name="Rectangle 285"/>
                <p:cNvSpPr>
                  <a:spLocks noChangeArrowheads="1"/>
                </p:cNvSpPr>
                <p:nvPr/>
              </p:nvSpPr>
              <p:spPr bwMode="auto">
                <a:xfrm>
                  <a:off x="22942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1" name="Rectangle 286"/>
                <p:cNvSpPr>
                  <a:spLocks noChangeArrowheads="1"/>
                </p:cNvSpPr>
                <p:nvPr/>
              </p:nvSpPr>
              <p:spPr bwMode="auto">
                <a:xfrm>
                  <a:off x="23399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2" name="Rectangle 287"/>
                <p:cNvSpPr>
                  <a:spLocks noChangeArrowheads="1"/>
                </p:cNvSpPr>
                <p:nvPr/>
              </p:nvSpPr>
              <p:spPr bwMode="auto">
                <a:xfrm>
                  <a:off x="23856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3" name="Rectangle 288"/>
                <p:cNvSpPr>
                  <a:spLocks noChangeArrowheads="1"/>
                </p:cNvSpPr>
                <p:nvPr/>
              </p:nvSpPr>
              <p:spPr bwMode="auto">
                <a:xfrm>
                  <a:off x="24314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4" name="Rectangle 289"/>
                <p:cNvSpPr>
                  <a:spLocks noChangeArrowheads="1"/>
                </p:cNvSpPr>
                <p:nvPr/>
              </p:nvSpPr>
              <p:spPr bwMode="auto">
                <a:xfrm>
                  <a:off x="24771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5" name="Rectangle 290"/>
                <p:cNvSpPr>
                  <a:spLocks noChangeArrowheads="1"/>
                </p:cNvSpPr>
                <p:nvPr/>
              </p:nvSpPr>
              <p:spPr bwMode="auto">
                <a:xfrm>
                  <a:off x="25228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6" name="Rectangle 291"/>
                <p:cNvSpPr>
                  <a:spLocks noChangeArrowheads="1"/>
                </p:cNvSpPr>
                <p:nvPr/>
              </p:nvSpPr>
              <p:spPr bwMode="auto">
                <a:xfrm>
                  <a:off x="25685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7" name="Rectangle 292"/>
                <p:cNvSpPr>
                  <a:spLocks noChangeArrowheads="1"/>
                </p:cNvSpPr>
                <p:nvPr/>
              </p:nvSpPr>
              <p:spPr bwMode="auto">
                <a:xfrm>
                  <a:off x="26142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8" name="Rectangle 293"/>
                <p:cNvSpPr>
                  <a:spLocks noChangeArrowheads="1"/>
                </p:cNvSpPr>
                <p:nvPr/>
              </p:nvSpPr>
              <p:spPr bwMode="auto">
                <a:xfrm>
                  <a:off x="26600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9" name="Rectangle 294"/>
                <p:cNvSpPr>
                  <a:spLocks noChangeArrowheads="1"/>
                </p:cNvSpPr>
                <p:nvPr/>
              </p:nvSpPr>
              <p:spPr bwMode="auto">
                <a:xfrm>
                  <a:off x="27057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0" name="Rectangle 295"/>
                <p:cNvSpPr>
                  <a:spLocks noChangeArrowheads="1"/>
                </p:cNvSpPr>
                <p:nvPr/>
              </p:nvSpPr>
              <p:spPr bwMode="auto">
                <a:xfrm>
                  <a:off x="27514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1" name="Rectangle 296"/>
                <p:cNvSpPr>
                  <a:spLocks noChangeArrowheads="1"/>
                </p:cNvSpPr>
                <p:nvPr/>
              </p:nvSpPr>
              <p:spPr bwMode="auto">
                <a:xfrm>
                  <a:off x="27971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2" name="Rectangle 297"/>
                <p:cNvSpPr>
                  <a:spLocks noChangeArrowheads="1"/>
                </p:cNvSpPr>
                <p:nvPr/>
              </p:nvSpPr>
              <p:spPr bwMode="auto">
                <a:xfrm>
                  <a:off x="28428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3" name="Rectangle 298"/>
                <p:cNvSpPr>
                  <a:spLocks noChangeArrowheads="1"/>
                </p:cNvSpPr>
                <p:nvPr/>
              </p:nvSpPr>
              <p:spPr bwMode="auto">
                <a:xfrm>
                  <a:off x="28886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4" name="Rectangle 299"/>
                <p:cNvSpPr>
                  <a:spLocks noChangeArrowheads="1"/>
                </p:cNvSpPr>
                <p:nvPr/>
              </p:nvSpPr>
              <p:spPr bwMode="auto">
                <a:xfrm>
                  <a:off x="29343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5" name="Rectangle 300"/>
                <p:cNvSpPr>
                  <a:spLocks noChangeArrowheads="1"/>
                </p:cNvSpPr>
                <p:nvPr/>
              </p:nvSpPr>
              <p:spPr bwMode="auto">
                <a:xfrm>
                  <a:off x="29800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6" name="Rectangle 301"/>
                <p:cNvSpPr>
                  <a:spLocks noChangeArrowheads="1"/>
                </p:cNvSpPr>
                <p:nvPr/>
              </p:nvSpPr>
              <p:spPr bwMode="auto">
                <a:xfrm>
                  <a:off x="30257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7" name="Rectangle 302"/>
                <p:cNvSpPr>
                  <a:spLocks noChangeArrowheads="1"/>
                </p:cNvSpPr>
                <p:nvPr/>
              </p:nvSpPr>
              <p:spPr bwMode="auto">
                <a:xfrm>
                  <a:off x="30714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8" name="Rectangle 303"/>
                <p:cNvSpPr>
                  <a:spLocks noChangeArrowheads="1"/>
                </p:cNvSpPr>
                <p:nvPr/>
              </p:nvSpPr>
              <p:spPr bwMode="auto">
                <a:xfrm>
                  <a:off x="18827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9" name="Rectangle 304"/>
                <p:cNvSpPr>
                  <a:spLocks noChangeArrowheads="1"/>
                </p:cNvSpPr>
                <p:nvPr/>
              </p:nvSpPr>
              <p:spPr bwMode="auto">
                <a:xfrm>
                  <a:off x="19284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0" name="Rectangle 305"/>
                <p:cNvSpPr>
                  <a:spLocks noChangeArrowheads="1"/>
                </p:cNvSpPr>
                <p:nvPr/>
              </p:nvSpPr>
              <p:spPr bwMode="auto">
                <a:xfrm>
                  <a:off x="19742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1" name="Rectangle 306"/>
                <p:cNvSpPr>
                  <a:spLocks noChangeArrowheads="1"/>
                </p:cNvSpPr>
                <p:nvPr/>
              </p:nvSpPr>
              <p:spPr bwMode="auto">
                <a:xfrm>
                  <a:off x="20199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2" name="Rectangle 307"/>
                <p:cNvSpPr>
                  <a:spLocks noChangeArrowheads="1"/>
                </p:cNvSpPr>
                <p:nvPr/>
              </p:nvSpPr>
              <p:spPr bwMode="auto">
                <a:xfrm>
                  <a:off x="20656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3" name="Rectangle 308"/>
                <p:cNvSpPr>
                  <a:spLocks noChangeArrowheads="1"/>
                </p:cNvSpPr>
                <p:nvPr/>
              </p:nvSpPr>
              <p:spPr bwMode="auto">
                <a:xfrm>
                  <a:off x="21113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4" name="Rectangle 309"/>
                <p:cNvSpPr>
                  <a:spLocks noChangeArrowheads="1"/>
                </p:cNvSpPr>
                <p:nvPr/>
              </p:nvSpPr>
              <p:spPr bwMode="auto">
                <a:xfrm>
                  <a:off x="21570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5" name="Rectangle 310"/>
                <p:cNvSpPr>
                  <a:spLocks noChangeArrowheads="1"/>
                </p:cNvSpPr>
                <p:nvPr/>
              </p:nvSpPr>
              <p:spPr bwMode="auto">
                <a:xfrm>
                  <a:off x="22028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6" name="Rectangle 311"/>
                <p:cNvSpPr>
                  <a:spLocks noChangeArrowheads="1"/>
                </p:cNvSpPr>
                <p:nvPr/>
              </p:nvSpPr>
              <p:spPr bwMode="auto">
                <a:xfrm>
                  <a:off x="22485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7" name="Rectangle 312"/>
                <p:cNvSpPr>
                  <a:spLocks noChangeArrowheads="1"/>
                </p:cNvSpPr>
                <p:nvPr/>
              </p:nvSpPr>
              <p:spPr bwMode="auto">
                <a:xfrm>
                  <a:off x="22942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8" name="Rectangle 313"/>
                <p:cNvSpPr>
                  <a:spLocks noChangeArrowheads="1"/>
                </p:cNvSpPr>
                <p:nvPr/>
              </p:nvSpPr>
              <p:spPr bwMode="auto">
                <a:xfrm>
                  <a:off x="23399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9" name="Rectangle 314"/>
                <p:cNvSpPr>
                  <a:spLocks noChangeArrowheads="1"/>
                </p:cNvSpPr>
                <p:nvPr/>
              </p:nvSpPr>
              <p:spPr bwMode="auto">
                <a:xfrm>
                  <a:off x="23856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0" name="Rectangle 315"/>
                <p:cNvSpPr>
                  <a:spLocks noChangeArrowheads="1"/>
                </p:cNvSpPr>
                <p:nvPr/>
              </p:nvSpPr>
              <p:spPr bwMode="auto">
                <a:xfrm>
                  <a:off x="24314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1" name="Rectangle 316"/>
                <p:cNvSpPr>
                  <a:spLocks noChangeArrowheads="1"/>
                </p:cNvSpPr>
                <p:nvPr/>
              </p:nvSpPr>
              <p:spPr bwMode="auto">
                <a:xfrm>
                  <a:off x="24771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2" name="Rectangle 317"/>
                <p:cNvSpPr>
                  <a:spLocks noChangeArrowheads="1"/>
                </p:cNvSpPr>
                <p:nvPr/>
              </p:nvSpPr>
              <p:spPr bwMode="auto">
                <a:xfrm>
                  <a:off x="25228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3" name="Rectangle 318"/>
                <p:cNvSpPr>
                  <a:spLocks noChangeArrowheads="1"/>
                </p:cNvSpPr>
                <p:nvPr/>
              </p:nvSpPr>
              <p:spPr bwMode="auto">
                <a:xfrm>
                  <a:off x="25685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4" name="Rectangle 319"/>
                <p:cNvSpPr>
                  <a:spLocks noChangeArrowheads="1"/>
                </p:cNvSpPr>
                <p:nvPr/>
              </p:nvSpPr>
              <p:spPr bwMode="auto">
                <a:xfrm>
                  <a:off x="26142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5" name="Rectangle 320"/>
                <p:cNvSpPr>
                  <a:spLocks noChangeArrowheads="1"/>
                </p:cNvSpPr>
                <p:nvPr/>
              </p:nvSpPr>
              <p:spPr bwMode="auto">
                <a:xfrm>
                  <a:off x="26600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6" name="Rectangle 321"/>
                <p:cNvSpPr>
                  <a:spLocks noChangeArrowheads="1"/>
                </p:cNvSpPr>
                <p:nvPr/>
              </p:nvSpPr>
              <p:spPr bwMode="auto">
                <a:xfrm>
                  <a:off x="27057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7" name="Rectangle 322"/>
                <p:cNvSpPr>
                  <a:spLocks noChangeArrowheads="1"/>
                </p:cNvSpPr>
                <p:nvPr/>
              </p:nvSpPr>
              <p:spPr bwMode="auto">
                <a:xfrm>
                  <a:off x="27514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8" name="Rectangle 323"/>
                <p:cNvSpPr>
                  <a:spLocks noChangeArrowheads="1"/>
                </p:cNvSpPr>
                <p:nvPr/>
              </p:nvSpPr>
              <p:spPr bwMode="auto">
                <a:xfrm>
                  <a:off x="27971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9" name="Rectangle 324"/>
                <p:cNvSpPr>
                  <a:spLocks noChangeArrowheads="1"/>
                </p:cNvSpPr>
                <p:nvPr/>
              </p:nvSpPr>
              <p:spPr bwMode="auto">
                <a:xfrm>
                  <a:off x="28428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0" name="Rectangle 325"/>
                <p:cNvSpPr>
                  <a:spLocks noChangeArrowheads="1"/>
                </p:cNvSpPr>
                <p:nvPr/>
              </p:nvSpPr>
              <p:spPr bwMode="auto">
                <a:xfrm>
                  <a:off x="28886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1" name="Rectangle 326"/>
                <p:cNvSpPr>
                  <a:spLocks noChangeArrowheads="1"/>
                </p:cNvSpPr>
                <p:nvPr/>
              </p:nvSpPr>
              <p:spPr bwMode="auto">
                <a:xfrm>
                  <a:off x="29343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2" name="Rectangle 327"/>
                <p:cNvSpPr>
                  <a:spLocks noChangeArrowheads="1"/>
                </p:cNvSpPr>
                <p:nvPr/>
              </p:nvSpPr>
              <p:spPr bwMode="auto">
                <a:xfrm>
                  <a:off x="29800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3" name="Rectangle 328"/>
                <p:cNvSpPr>
                  <a:spLocks noChangeArrowheads="1"/>
                </p:cNvSpPr>
                <p:nvPr/>
              </p:nvSpPr>
              <p:spPr bwMode="auto">
                <a:xfrm>
                  <a:off x="30257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4" name="Rectangle 329"/>
                <p:cNvSpPr>
                  <a:spLocks noChangeArrowheads="1"/>
                </p:cNvSpPr>
                <p:nvPr/>
              </p:nvSpPr>
              <p:spPr bwMode="auto">
                <a:xfrm>
                  <a:off x="30714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5" name="Rectangle 330"/>
                <p:cNvSpPr>
                  <a:spLocks noChangeArrowheads="1"/>
                </p:cNvSpPr>
                <p:nvPr/>
              </p:nvSpPr>
              <p:spPr bwMode="auto">
                <a:xfrm>
                  <a:off x="18827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6" name="Rectangle 331"/>
                <p:cNvSpPr>
                  <a:spLocks noChangeArrowheads="1"/>
                </p:cNvSpPr>
                <p:nvPr/>
              </p:nvSpPr>
              <p:spPr bwMode="auto">
                <a:xfrm>
                  <a:off x="19284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7" name="Rectangle 332"/>
                <p:cNvSpPr>
                  <a:spLocks noChangeArrowheads="1"/>
                </p:cNvSpPr>
                <p:nvPr/>
              </p:nvSpPr>
              <p:spPr bwMode="auto">
                <a:xfrm>
                  <a:off x="19742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8" name="Rectangle 333"/>
                <p:cNvSpPr>
                  <a:spLocks noChangeArrowheads="1"/>
                </p:cNvSpPr>
                <p:nvPr/>
              </p:nvSpPr>
              <p:spPr bwMode="auto">
                <a:xfrm>
                  <a:off x="20199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9" name="Rectangle 334"/>
                <p:cNvSpPr>
                  <a:spLocks noChangeArrowheads="1"/>
                </p:cNvSpPr>
                <p:nvPr/>
              </p:nvSpPr>
              <p:spPr bwMode="auto">
                <a:xfrm>
                  <a:off x="20656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0" name="Rectangle 335"/>
                <p:cNvSpPr>
                  <a:spLocks noChangeArrowheads="1"/>
                </p:cNvSpPr>
                <p:nvPr/>
              </p:nvSpPr>
              <p:spPr bwMode="auto">
                <a:xfrm>
                  <a:off x="21113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1" name="Rectangle 336"/>
                <p:cNvSpPr>
                  <a:spLocks noChangeArrowheads="1"/>
                </p:cNvSpPr>
                <p:nvPr/>
              </p:nvSpPr>
              <p:spPr bwMode="auto">
                <a:xfrm>
                  <a:off x="21570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2" name="Rectangle 337"/>
                <p:cNvSpPr>
                  <a:spLocks noChangeArrowheads="1"/>
                </p:cNvSpPr>
                <p:nvPr/>
              </p:nvSpPr>
              <p:spPr bwMode="auto">
                <a:xfrm>
                  <a:off x="22028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3" name="Rectangle 338"/>
                <p:cNvSpPr>
                  <a:spLocks noChangeArrowheads="1"/>
                </p:cNvSpPr>
                <p:nvPr/>
              </p:nvSpPr>
              <p:spPr bwMode="auto">
                <a:xfrm>
                  <a:off x="22485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4" name="Rectangle 339"/>
                <p:cNvSpPr>
                  <a:spLocks noChangeArrowheads="1"/>
                </p:cNvSpPr>
                <p:nvPr/>
              </p:nvSpPr>
              <p:spPr bwMode="auto">
                <a:xfrm>
                  <a:off x="22942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5" name="Rectangle 340"/>
                <p:cNvSpPr>
                  <a:spLocks noChangeArrowheads="1"/>
                </p:cNvSpPr>
                <p:nvPr/>
              </p:nvSpPr>
              <p:spPr bwMode="auto">
                <a:xfrm>
                  <a:off x="23399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6" name="Rectangle 341"/>
                <p:cNvSpPr>
                  <a:spLocks noChangeArrowheads="1"/>
                </p:cNvSpPr>
                <p:nvPr/>
              </p:nvSpPr>
              <p:spPr bwMode="auto">
                <a:xfrm>
                  <a:off x="23856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7" name="Rectangle 342"/>
                <p:cNvSpPr>
                  <a:spLocks noChangeArrowheads="1"/>
                </p:cNvSpPr>
                <p:nvPr/>
              </p:nvSpPr>
              <p:spPr bwMode="auto">
                <a:xfrm>
                  <a:off x="24314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8" name="Rectangle 343"/>
                <p:cNvSpPr>
                  <a:spLocks noChangeArrowheads="1"/>
                </p:cNvSpPr>
                <p:nvPr/>
              </p:nvSpPr>
              <p:spPr bwMode="auto">
                <a:xfrm>
                  <a:off x="24771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9" name="Rectangle 344"/>
                <p:cNvSpPr>
                  <a:spLocks noChangeArrowheads="1"/>
                </p:cNvSpPr>
                <p:nvPr/>
              </p:nvSpPr>
              <p:spPr bwMode="auto">
                <a:xfrm>
                  <a:off x="25228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0" name="Rectangle 345"/>
                <p:cNvSpPr>
                  <a:spLocks noChangeArrowheads="1"/>
                </p:cNvSpPr>
                <p:nvPr/>
              </p:nvSpPr>
              <p:spPr bwMode="auto">
                <a:xfrm>
                  <a:off x="25685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1" name="Rectangle 346"/>
                <p:cNvSpPr>
                  <a:spLocks noChangeArrowheads="1"/>
                </p:cNvSpPr>
                <p:nvPr/>
              </p:nvSpPr>
              <p:spPr bwMode="auto">
                <a:xfrm>
                  <a:off x="26142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2" name="Rectangle 347"/>
                <p:cNvSpPr>
                  <a:spLocks noChangeArrowheads="1"/>
                </p:cNvSpPr>
                <p:nvPr/>
              </p:nvSpPr>
              <p:spPr bwMode="auto">
                <a:xfrm>
                  <a:off x="26600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3" name="Rectangle 348"/>
                <p:cNvSpPr>
                  <a:spLocks noChangeArrowheads="1"/>
                </p:cNvSpPr>
                <p:nvPr/>
              </p:nvSpPr>
              <p:spPr bwMode="auto">
                <a:xfrm>
                  <a:off x="27057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4" name="Rectangle 349"/>
                <p:cNvSpPr>
                  <a:spLocks noChangeArrowheads="1"/>
                </p:cNvSpPr>
                <p:nvPr/>
              </p:nvSpPr>
              <p:spPr bwMode="auto">
                <a:xfrm>
                  <a:off x="27514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5" name="Rectangle 350"/>
                <p:cNvSpPr>
                  <a:spLocks noChangeArrowheads="1"/>
                </p:cNvSpPr>
                <p:nvPr/>
              </p:nvSpPr>
              <p:spPr bwMode="auto">
                <a:xfrm>
                  <a:off x="27971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6" name="Rectangle 351"/>
                <p:cNvSpPr>
                  <a:spLocks noChangeArrowheads="1"/>
                </p:cNvSpPr>
                <p:nvPr/>
              </p:nvSpPr>
              <p:spPr bwMode="auto">
                <a:xfrm>
                  <a:off x="28428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7" name="Rectangle 352"/>
                <p:cNvSpPr>
                  <a:spLocks noChangeArrowheads="1"/>
                </p:cNvSpPr>
                <p:nvPr/>
              </p:nvSpPr>
              <p:spPr bwMode="auto">
                <a:xfrm>
                  <a:off x="28886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8" name="Rectangle 353"/>
                <p:cNvSpPr>
                  <a:spLocks noChangeArrowheads="1"/>
                </p:cNvSpPr>
                <p:nvPr/>
              </p:nvSpPr>
              <p:spPr bwMode="auto">
                <a:xfrm>
                  <a:off x="29343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9" name="Rectangle 354"/>
                <p:cNvSpPr>
                  <a:spLocks noChangeArrowheads="1"/>
                </p:cNvSpPr>
                <p:nvPr/>
              </p:nvSpPr>
              <p:spPr bwMode="auto">
                <a:xfrm>
                  <a:off x="29800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0" name="Rectangle 355"/>
                <p:cNvSpPr>
                  <a:spLocks noChangeArrowheads="1"/>
                </p:cNvSpPr>
                <p:nvPr/>
              </p:nvSpPr>
              <p:spPr bwMode="auto">
                <a:xfrm>
                  <a:off x="30257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1" name="Rectangle 356"/>
                <p:cNvSpPr>
                  <a:spLocks noChangeArrowheads="1"/>
                </p:cNvSpPr>
                <p:nvPr/>
              </p:nvSpPr>
              <p:spPr bwMode="auto">
                <a:xfrm>
                  <a:off x="30714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2" name="Rectangle 357"/>
                <p:cNvSpPr>
                  <a:spLocks noChangeArrowheads="1"/>
                </p:cNvSpPr>
                <p:nvPr/>
              </p:nvSpPr>
              <p:spPr bwMode="auto">
                <a:xfrm>
                  <a:off x="18827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3" name="Rectangle 358"/>
                <p:cNvSpPr>
                  <a:spLocks noChangeArrowheads="1"/>
                </p:cNvSpPr>
                <p:nvPr/>
              </p:nvSpPr>
              <p:spPr bwMode="auto">
                <a:xfrm>
                  <a:off x="19284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4" name="Rectangle 359"/>
                <p:cNvSpPr>
                  <a:spLocks noChangeArrowheads="1"/>
                </p:cNvSpPr>
                <p:nvPr/>
              </p:nvSpPr>
              <p:spPr bwMode="auto">
                <a:xfrm>
                  <a:off x="19742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5" name="Rectangle 360"/>
                <p:cNvSpPr>
                  <a:spLocks noChangeArrowheads="1"/>
                </p:cNvSpPr>
                <p:nvPr/>
              </p:nvSpPr>
              <p:spPr bwMode="auto">
                <a:xfrm>
                  <a:off x="20199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6" name="Rectangle 361"/>
                <p:cNvSpPr>
                  <a:spLocks noChangeArrowheads="1"/>
                </p:cNvSpPr>
                <p:nvPr/>
              </p:nvSpPr>
              <p:spPr bwMode="auto">
                <a:xfrm>
                  <a:off x="20656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7" name="Rectangle 362"/>
                <p:cNvSpPr>
                  <a:spLocks noChangeArrowheads="1"/>
                </p:cNvSpPr>
                <p:nvPr/>
              </p:nvSpPr>
              <p:spPr bwMode="auto">
                <a:xfrm>
                  <a:off x="21113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8" name="Rectangle 363"/>
                <p:cNvSpPr>
                  <a:spLocks noChangeArrowheads="1"/>
                </p:cNvSpPr>
                <p:nvPr/>
              </p:nvSpPr>
              <p:spPr bwMode="auto">
                <a:xfrm>
                  <a:off x="21570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9" name="Rectangle 364"/>
                <p:cNvSpPr>
                  <a:spLocks noChangeArrowheads="1"/>
                </p:cNvSpPr>
                <p:nvPr/>
              </p:nvSpPr>
              <p:spPr bwMode="auto">
                <a:xfrm>
                  <a:off x="22028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0" name="Rectangle 365"/>
                <p:cNvSpPr>
                  <a:spLocks noChangeArrowheads="1"/>
                </p:cNvSpPr>
                <p:nvPr/>
              </p:nvSpPr>
              <p:spPr bwMode="auto">
                <a:xfrm>
                  <a:off x="22485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1" name="Rectangle 366"/>
                <p:cNvSpPr>
                  <a:spLocks noChangeArrowheads="1"/>
                </p:cNvSpPr>
                <p:nvPr/>
              </p:nvSpPr>
              <p:spPr bwMode="auto">
                <a:xfrm>
                  <a:off x="22942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2" name="Rectangle 367"/>
                <p:cNvSpPr>
                  <a:spLocks noChangeArrowheads="1"/>
                </p:cNvSpPr>
                <p:nvPr/>
              </p:nvSpPr>
              <p:spPr bwMode="auto">
                <a:xfrm>
                  <a:off x="23399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3" name="Rectangle 368"/>
                <p:cNvSpPr>
                  <a:spLocks noChangeArrowheads="1"/>
                </p:cNvSpPr>
                <p:nvPr/>
              </p:nvSpPr>
              <p:spPr bwMode="auto">
                <a:xfrm>
                  <a:off x="23856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4" name="Rectangle 369"/>
                <p:cNvSpPr>
                  <a:spLocks noChangeArrowheads="1"/>
                </p:cNvSpPr>
                <p:nvPr/>
              </p:nvSpPr>
              <p:spPr bwMode="auto">
                <a:xfrm>
                  <a:off x="24314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5" name="Rectangle 370"/>
                <p:cNvSpPr>
                  <a:spLocks noChangeArrowheads="1"/>
                </p:cNvSpPr>
                <p:nvPr/>
              </p:nvSpPr>
              <p:spPr bwMode="auto">
                <a:xfrm>
                  <a:off x="24771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6" name="Rectangle 371"/>
                <p:cNvSpPr>
                  <a:spLocks noChangeArrowheads="1"/>
                </p:cNvSpPr>
                <p:nvPr/>
              </p:nvSpPr>
              <p:spPr bwMode="auto">
                <a:xfrm>
                  <a:off x="25228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7" name="Rectangle 372"/>
                <p:cNvSpPr>
                  <a:spLocks noChangeArrowheads="1"/>
                </p:cNvSpPr>
                <p:nvPr/>
              </p:nvSpPr>
              <p:spPr bwMode="auto">
                <a:xfrm>
                  <a:off x="25685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8" name="Rectangle 373"/>
                <p:cNvSpPr>
                  <a:spLocks noChangeArrowheads="1"/>
                </p:cNvSpPr>
                <p:nvPr/>
              </p:nvSpPr>
              <p:spPr bwMode="auto">
                <a:xfrm>
                  <a:off x="26142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9" name="Rectangle 374"/>
                <p:cNvSpPr>
                  <a:spLocks noChangeArrowheads="1"/>
                </p:cNvSpPr>
                <p:nvPr/>
              </p:nvSpPr>
              <p:spPr bwMode="auto">
                <a:xfrm>
                  <a:off x="26600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0" name="Rectangle 375"/>
                <p:cNvSpPr>
                  <a:spLocks noChangeArrowheads="1"/>
                </p:cNvSpPr>
                <p:nvPr/>
              </p:nvSpPr>
              <p:spPr bwMode="auto">
                <a:xfrm>
                  <a:off x="27057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1" name="Rectangle 376"/>
                <p:cNvSpPr>
                  <a:spLocks noChangeArrowheads="1"/>
                </p:cNvSpPr>
                <p:nvPr/>
              </p:nvSpPr>
              <p:spPr bwMode="auto">
                <a:xfrm>
                  <a:off x="27514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2" name="Rectangle 377"/>
                <p:cNvSpPr>
                  <a:spLocks noChangeArrowheads="1"/>
                </p:cNvSpPr>
                <p:nvPr/>
              </p:nvSpPr>
              <p:spPr bwMode="auto">
                <a:xfrm>
                  <a:off x="27971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3" name="Rectangle 378"/>
                <p:cNvSpPr>
                  <a:spLocks noChangeArrowheads="1"/>
                </p:cNvSpPr>
                <p:nvPr/>
              </p:nvSpPr>
              <p:spPr bwMode="auto">
                <a:xfrm>
                  <a:off x="28428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4" name="Rectangle 379"/>
                <p:cNvSpPr>
                  <a:spLocks noChangeArrowheads="1"/>
                </p:cNvSpPr>
                <p:nvPr/>
              </p:nvSpPr>
              <p:spPr bwMode="auto">
                <a:xfrm>
                  <a:off x="28886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5" name="Rectangle 380"/>
                <p:cNvSpPr>
                  <a:spLocks noChangeArrowheads="1"/>
                </p:cNvSpPr>
                <p:nvPr/>
              </p:nvSpPr>
              <p:spPr bwMode="auto">
                <a:xfrm>
                  <a:off x="29343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6" name="Rectangle 381"/>
                <p:cNvSpPr>
                  <a:spLocks noChangeArrowheads="1"/>
                </p:cNvSpPr>
                <p:nvPr/>
              </p:nvSpPr>
              <p:spPr bwMode="auto">
                <a:xfrm>
                  <a:off x="29800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7" name="Rectangle 382"/>
                <p:cNvSpPr>
                  <a:spLocks noChangeArrowheads="1"/>
                </p:cNvSpPr>
                <p:nvPr/>
              </p:nvSpPr>
              <p:spPr bwMode="auto">
                <a:xfrm>
                  <a:off x="30257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8" name="Rectangle 383"/>
                <p:cNvSpPr>
                  <a:spLocks noChangeArrowheads="1"/>
                </p:cNvSpPr>
                <p:nvPr/>
              </p:nvSpPr>
              <p:spPr bwMode="auto">
                <a:xfrm>
                  <a:off x="30714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9" name="Rectangle 384"/>
                <p:cNvSpPr>
                  <a:spLocks noChangeArrowheads="1"/>
                </p:cNvSpPr>
                <p:nvPr/>
              </p:nvSpPr>
              <p:spPr bwMode="auto">
                <a:xfrm>
                  <a:off x="18827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0" name="Rectangle 385"/>
                <p:cNvSpPr>
                  <a:spLocks noChangeArrowheads="1"/>
                </p:cNvSpPr>
                <p:nvPr/>
              </p:nvSpPr>
              <p:spPr bwMode="auto">
                <a:xfrm>
                  <a:off x="19284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1" name="Rectangle 386"/>
                <p:cNvSpPr>
                  <a:spLocks noChangeArrowheads="1"/>
                </p:cNvSpPr>
                <p:nvPr/>
              </p:nvSpPr>
              <p:spPr bwMode="auto">
                <a:xfrm>
                  <a:off x="19742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2" name="Rectangle 387"/>
                <p:cNvSpPr>
                  <a:spLocks noChangeArrowheads="1"/>
                </p:cNvSpPr>
                <p:nvPr/>
              </p:nvSpPr>
              <p:spPr bwMode="auto">
                <a:xfrm>
                  <a:off x="20199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3" name="Rectangle 388"/>
                <p:cNvSpPr>
                  <a:spLocks noChangeArrowheads="1"/>
                </p:cNvSpPr>
                <p:nvPr/>
              </p:nvSpPr>
              <p:spPr bwMode="auto">
                <a:xfrm>
                  <a:off x="20656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4" name="Rectangle 389"/>
                <p:cNvSpPr>
                  <a:spLocks noChangeArrowheads="1"/>
                </p:cNvSpPr>
                <p:nvPr/>
              </p:nvSpPr>
              <p:spPr bwMode="auto">
                <a:xfrm>
                  <a:off x="21113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5" name="Rectangle 390"/>
                <p:cNvSpPr>
                  <a:spLocks noChangeArrowheads="1"/>
                </p:cNvSpPr>
                <p:nvPr/>
              </p:nvSpPr>
              <p:spPr bwMode="auto">
                <a:xfrm>
                  <a:off x="21570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6" name="Rectangle 391"/>
                <p:cNvSpPr>
                  <a:spLocks noChangeArrowheads="1"/>
                </p:cNvSpPr>
                <p:nvPr/>
              </p:nvSpPr>
              <p:spPr bwMode="auto">
                <a:xfrm>
                  <a:off x="22028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7" name="Rectangle 392"/>
                <p:cNvSpPr>
                  <a:spLocks noChangeArrowheads="1"/>
                </p:cNvSpPr>
                <p:nvPr/>
              </p:nvSpPr>
              <p:spPr bwMode="auto">
                <a:xfrm>
                  <a:off x="22485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8" name="Rectangle 393"/>
                <p:cNvSpPr>
                  <a:spLocks noChangeArrowheads="1"/>
                </p:cNvSpPr>
                <p:nvPr/>
              </p:nvSpPr>
              <p:spPr bwMode="auto">
                <a:xfrm>
                  <a:off x="22942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9" name="Rectangle 394"/>
                <p:cNvSpPr>
                  <a:spLocks noChangeArrowheads="1"/>
                </p:cNvSpPr>
                <p:nvPr/>
              </p:nvSpPr>
              <p:spPr bwMode="auto">
                <a:xfrm>
                  <a:off x="23399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0" name="Rectangle 395"/>
                <p:cNvSpPr>
                  <a:spLocks noChangeArrowheads="1"/>
                </p:cNvSpPr>
                <p:nvPr/>
              </p:nvSpPr>
              <p:spPr bwMode="auto">
                <a:xfrm>
                  <a:off x="23856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1" name="Rectangle 396"/>
                <p:cNvSpPr>
                  <a:spLocks noChangeArrowheads="1"/>
                </p:cNvSpPr>
                <p:nvPr/>
              </p:nvSpPr>
              <p:spPr bwMode="auto">
                <a:xfrm>
                  <a:off x="24314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2" name="Rectangle 397"/>
                <p:cNvSpPr>
                  <a:spLocks noChangeArrowheads="1"/>
                </p:cNvSpPr>
                <p:nvPr/>
              </p:nvSpPr>
              <p:spPr bwMode="auto">
                <a:xfrm>
                  <a:off x="24771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3" name="Rectangle 398"/>
                <p:cNvSpPr>
                  <a:spLocks noChangeArrowheads="1"/>
                </p:cNvSpPr>
                <p:nvPr/>
              </p:nvSpPr>
              <p:spPr bwMode="auto">
                <a:xfrm>
                  <a:off x="25228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4" name="Rectangle 399"/>
                <p:cNvSpPr>
                  <a:spLocks noChangeArrowheads="1"/>
                </p:cNvSpPr>
                <p:nvPr/>
              </p:nvSpPr>
              <p:spPr bwMode="auto">
                <a:xfrm>
                  <a:off x="25685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5" name="Rectangle 400"/>
                <p:cNvSpPr>
                  <a:spLocks noChangeArrowheads="1"/>
                </p:cNvSpPr>
                <p:nvPr/>
              </p:nvSpPr>
              <p:spPr bwMode="auto">
                <a:xfrm>
                  <a:off x="26142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6" name="Rectangle 401"/>
                <p:cNvSpPr>
                  <a:spLocks noChangeArrowheads="1"/>
                </p:cNvSpPr>
                <p:nvPr/>
              </p:nvSpPr>
              <p:spPr bwMode="auto">
                <a:xfrm>
                  <a:off x="26600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7" name="Rectangle 402"/>
                <p:cNvSpPr>
                  <a:spLocks noChangeArrowheads="1"/>
                </p:cNvSpPr>
                <p:nvPr/>
              </p:nvSpPr>
              <p:spPr bwMode="auto">
                <a:xfrm>
                  <a:off x="27057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8" name="Rectangle 403"/>
                <p:cNvSpPr>
                  <a:spLocks noChangeArrowheads="1"/>
                </p:cNvSpPr>
                <p:nvPr/>
              </p:nvSpPr>
              <p:spPr bwMode="auto">
                <a:xfrm>
                  <a:off x="27514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9" name="Rectangle 404"/>
                <p:cNvSpPr>
                  <a:spLocks noChangeArrowheads="1"/>
                </p:cNvSpPr>
                <p:nvPr/>
              </p:nvSpPr>
              <p:spPr bwMode="auto">
                <a:xfrm>
                  <a:off x="27971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0" name="Rectangle 405"/>
                <p:cNvSpPr>
                  <a:spLocks noChangeArrowheads="1"/>
                </p:cNvSpPr>
                <p:nvPr/>
              </p:nvSpPr>
              <p:spPr bwMode="auto">
                <a:xfrm>
                  <a:off x="28428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1" name="Rectangle 407"/>
                <p:cNvSpPr>
                  <a:spLocks noChangeArrowheads="1"/>
                </p:cNvSpPr>
                <p:nvPr/>
              </p:nvSpPr>
              <p:spPr bwMode="auto">
                <a:xfrm>
                  <a:off x="28886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2" name="Rectangle 408"/>
                <p:cNvSpPr>
                  <a:spLocks noChangeArrowheads="1"/>
                </p:cNvSpPr>
                <p:nvPr/>
              </p:nvSpPr>
              <p:spPr bwMode="auto">
                <a:xfrm>
                  <a:off x="29343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3" name="Rectangle 409"/>
                <p:cNvSpPr>
                  <a:spLocks noChangeArrowheads="1"/>
                </p:cNvSpPr>
                <p:nvPr/>
              </p:nvSpPr>
              <p:spPr bwMode="auto">
                <a:xfrm>
                  <a:off x="29800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4" name="Rectangle 410"/>
                <p:cNvSpPr>
                  <a:spLocks noChangeArrowheads="1"/>
                </p:cNvSpPr>
                <p:nvPr/>
              </p:nvSpPr>
              <p:spPr bwMode="auto">
                <a:xfrm>
                  <a:off x="30257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5" name="Rectangle 411"/>
                <p:cNvSpPr>
                  <a:spLocks noChangeArrowheads="1"/>
                </p:cNvSpPr>
                <p:nvPr/>
              </p:nvSpPr>
              <p:spPr bwMode="auto">
                <a:xfrm>
                  <a:off x="30714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6" name="Line 412"/>
                <p:cNvSpPr>
                  <a:spLocks noChangeShapeType="1"/>
                </p:cNvSpPr>
                <p:nvPr/>
              </p:nvSpPr>
              <p:spPr bwMode="auto">
                <a:xfrm>
                  <a:off x="19284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7" name="Line 413"/>
                <p:cNvSpPr>
                  <a:spLocks noChangeShapeType="1"/>
                </p:cNvSpPr>
                <p:nvPr/>
              </p:nvSpPr>
              <p:spPr bwMode="auto">
                <a:xfrm>
                  <a:off x="19742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8" name="Line 414"/>
                <p:cNvSpPr>
                  <a:spLocks noChangeShapeType="1"/>
                </p:cNvSpPr>
                <p:nvPr/>
              </p:nvSpPr>
              <p:spPr bwMode="auto">
                <a:xfrm>
                  <a:off x="20199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9" name="Line 415"/>
                <p:cNvSpPr>
                  <a:spLocks noChangeShapeType="1"/>
                </p:cNvSpPr>
                <p:nvPr/>
              </p:nvSpPr>
              <p:spPr bwMode="auto">
                <a:xfrm>
                  <a:off x="206565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0" name="Line 416"/>
                <p:cNvSpPr>
                  <a:spLocks noChangeShapeType="1"/>
                </p:cNvSpPr>
                <p:nvPr/>
              </p:nvSpPr>
              <p:spPr bwMode="auto">
                <a:xfrm>
                  <a:off x="21113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1" name="Line 417"/>
                <p:cNvSpPr>
                  <a:spLocks noChangeShapeType="1"/>
                </p:cNvSpPr>
                <p:nvPr/>
              </p:nvSpPr>
              <p:spPr bwMode="auto">
                <a:xfrm>
                  <a:off x="21570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2" name="Line 418"/>
                <p:cNvSpPr>
                  <a:spLocks noChangeShapeType="1"/>
                </p:cNvSpPr>
                <p:nvPr/>
              </p:nvSpPr>
              <p:spPr bwMode="auto">
                <a:xfrm>
                  <a:off x="22028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3" name="Line 419"/>
                <p:cNvSpPr>
                  <a:spLocks noChangeShapeType="1"/>
                </p:cNvSpPr>
                <p:nvPr/>
              </p:nvSpPr>
              <p:spPr bwMode="auto">
                <a:xfrm>
                  <a:off x="22485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4" name="Line 420"/>
                <p:cNvSpPr>
                  <a:spLocks noChangeShapeType="1"/>
                </p:cNvSpPr>
                <p:nvPr/>
              </p:nvSpPr>
              <p:spPr bwMode="auto">
                <a:xfrm>
                  <a:off x="229425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5" name="Line 421"/>
                <p:cNvSpPr>
                  <a:spLocks noChangeShapeType="1"/>
                </p:cNvSpPr>
                <p:nvPr/>
              </p:nvSpPr>
              <p:spPr bwMode="auto">
                <a:xfrm>
                  <a:off x="23399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6" name="Line 422"/>
                <p:cNvSpPr>
                  <a:spLocks noChangeShapeType="1"/>
                </p:cNvSpPr>
                <p:nvPr/>
              </p:nvSpPr>
              <p:spPr bwMode="auto">
                <a:xfrm>
                  <a:off x="23856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7" name="Line 423"/>
                <p:cNvSpPr>
                  <a:spLocks noChangeShapeType="1"/>
                </p:cNvSpPr>
                <p:nvPr/>
              </p:nvSpPr>
              <p:spPr bwMode="auto">
                <a:xfrm>
                  <a:off x="24314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8" name="Line 424"/>
                <p:cNvSpPr>
                  <a:spLocks noChangeShapeType="1"/>
                </p:cNvSpPr>
                <p:nvPr/>
              </p:nvSpPr>
              <p:spPr bwMode="auto">
                <a:xfrm>
                  <a:off x="24771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9" name="Line 425"/>
                <p:cNvSpPr>
                  <a:spLocks noChangeShapeType="1"/>
                </p:cNvSpPr>
                <p:nvPr/>
              </p:nvSpPr>
              <p:spPr bwMode="auto">
                <a:xfrm>
                  <a:off x="25228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0" name="Line 426"/>
                <p:cNvSpPr>
                  <a:spLocks noChangeShapeType="1"/>
                </p:cNvSpPr>
                <p:nvPr/>
              </p:nvSpPr>
              <p:spPr bwMode="auto">
                <a:xfrm>
                  <a:off x="25685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1" name="Line 427"/>
                <p:cNvSpPr>
                  <a:spLocks noChangeShapeType="1"/>
                </p:cNvSpPr>
                <p:nvPr/>
              </p:nvSpPr>
              <p:spPr bwMode="auto">
                <a:xfrm>
                  <a:off x="26142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2" name="Line 428"/>
                <p:cNvSpPr>
                  <a:spLocks noChangeShapeType="1"/>
                </p:cNvSpPr>
                <p:nvPr/>
              </p:nvSpPr>
              <p:spPr bwMode="auto">
                <a:xfrm>
                  <a:off x="26600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3" name="Line 429"/>
                <p:cNvSpPr>
                  <a:spLocks noChangeShapeType="1"/>
                </p:cNvSpPr>
                <p:nvPr/>
              </p:nvSpPr>
              <p:spPr bwMode="auto">
                <a:xfrm>
                  <a:off x="270573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4" name="Line 430"/>
                <p:cNvSpPr>
                  <a:spLocks noChangeShapeType="1"/>
                </p:cNvSpPr>
                <p:nvPr/>
              </p:nvSpPr>
              <p:spPr bwMode="auto">
                <a:xfrm>
                  <a:off x="27514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5" name="Line 431"/>
                <p:cNvSpPr>
                  <a:spLocks noChangeShapeType="1"/>
                </p:cNvSpPr>
                <p:nvPr/>
              </p:nvSpPr>
              <p:spPr bwMode="auto">
                <a:xfrm>
                  <a:off x="27971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6" name="Line 432"/>
                <p:cNvSpPr>
                  <a:spLocks noChangeShapeType="1"/>
                </p:cNvSpPr>
                <p:nvPr/>
              </p:nvSpPr>
              <p:spPr bwMode="auto">
                <a:xfrm>
                  <a:off x="28428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7" name="Line 433"/>
                <p:cNvSpPr>
                  <a:spLocks noChangeShapeType="1"/>
                </p:cNvSpPr>
                <p:nvPr/>
              </p:nvSpPr>
              <p:spPr bwMode="auto">
                <a:xfrm>
                  <a:off x="28886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8" name="Line 434"/>
                <p:cNvSpPr>
                  <a:spLocks noChangeShapeType="1"/>
                </p:cNvSpPr>
                <p:nvPr/>
              </p:nvSpPr>
              <p:spPr bwMode="auto">
                <a:xfrm>
                  <a:off x="293433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9" name="Line 435"/>
                <p:cNvSpPr>
                  <a:spLocks noChangeShapeType="1"/>
                </p:cNvSpPr>
                <p:nvPr/>
              </p:nvSpPr>
              <p:spPr bwMode="auto">
                <a:xfrm>
                  <a:off x="29800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0" name="Line 436"/>
                <p:cNvSpPr>
                  <a:spLocks noChangeShapeType="1"/>
                </p:cNvSpPr>
                <p:nvPr/>
              </p:nvSpPr>
              <p:spPr bwMode="auto">
                <a:xfrm>
                  <a:off x="30257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1" name="Line 437"/>
                <p:cNvSpPr>
                  <a:spLocks noChangeShapeType="1"/>
                </p:cNvSpPr>
                <p:nvPr/>
              </p:nvSpPr>
              <p:spPr bwMode="auto">
                <a:xfrm>
                  <a:off x="30714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2" name="Line 439"/>
                <p:cNvSpPr>
                  <a:spLocks noChangeShapeType="1"/>
                </p:cNvSpPr>
                <p:nvPr/>
              </p:nvSpPr>
              <p:spPr bwMode="auto">
                <a:xfrm>
                  <a:off x="18821400" y="69850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3" name="Line 440"/>
                <p:cNvSpPr>
                  <a:spLocks noChangeShapeType="1"/>
                </p:cNvSpPr>
                <p:nvPr/>
              </p:nvSpPr>
              <p:spPr bwMode="auto">
                <a:xfrm>
                  <a:off x="18821400" y="107156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4" name="Line 441"/>
                <p:cNvSpPr>
                  <a:spLocks noChangeShapeType="1"/>
                </p:cNvSpPr>
                <p:nvPr/>
              </p:nvSpPr>
              <p:spPr bwMode="auto">
                <a:xfrm>
                  <a:off x="18821400" y="144145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5" name="Line 442"/>
                <p:cNvSpPr>
                  <a:spLocks noChangeShapeType="1"/>
                </p:cNvSpPr>
                <p:nvPr/>
              </p:nvSpPr>
              <p:spPr bwMode="auto">
                <a:xfrm>
                  <a:off x="18821400" y="181133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6" name="Line 443"/>
                <p:cNvSpPr>
                  <a:spLocks noChangeShapeType="1"/>
                </p:cNvSpPr>
                <p:nvPr/>
              </p:nvSpPr>
              <p:spPr bwMode="auto">
                <a:xfrm>
                  <a:off x="18821400" y="218440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7" name="Line 444"/>
                <p:cNvSpPr>
                  <a:spLocks noChangeShapeType="1"/>
                </p:cNvSpPr>
                <p:nvPr/>
              </p:nvSpPr>
              <p:spPr bwMode="auto">
                <a:xfrm>
                  <a:off x="18821400" y="255428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8" name="Line 445"/>
                <p:cNvSpPr>
                  <a:spLocks noChangeShapeType="1"/>
                </p:cNvSpPr>
                <p:nvPr/>
              </p:nvSpPr>
              <p:spPr bwMode="auto">
                <a:xfrm>
                  <a:off x="18821400" y="292417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9" name="Line 446"/>
                <p:cNvSpPr>
                  <a:spLocks noChangeShapeType="1"/>
                </p:cNvSpPr>
                <p:nvPr/>
              </p:nvSpPr>
              <p:spPr bwMode="auto">
                <a:xfrm>
                  <a:off x="18821400" y="329723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0" name="Line 447"/>
                <p:cNvSpPr>
                  <a:spLocks noChangeShapeType="1"/>
                </p:cNvSpPr>
                <p:nvPr/>
              </p:nvSpPr>
              <p:spPr bwMode="auto">
                <a:xfrm>
                  <a:off x="18821400" y="366712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1" name="Line 448"/>
                <p:cNvSpPr>
                  <a:spLocks noChangeShapeType="1"/>
                </p:cNvSpPr>
                <p:nvPr/>
              </p:nvSpPr>
              <p:spPr bwMode="auto">
                <a:xfrm>
                  <a:off x="18821400" y="403701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2" name="Line 449"/>
                <p:cNvSpPr>
                  <a:spLocks noChangeShapeType="1"/>
                </p:cNvSpPr>
                <p:nvPr/>
              </p:nvSpPr>
              <p:spPr bwMode="auto">
                <a:xfrm>
                  <a:off x="18821400" y="440848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3" name="Line 450"/>
                <p:cNvSpPr>
                  <a:spLocks noChangeShapeType="1"/>
                </p:cNvSpPr>
                <p:nvPr/>
              </p:nvSpPr>
              <p:spPr bwMode="auto">
                <a:xfrm>
                  <a:off x="18821400" y="477996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4" name="Line 451"/>
                <p:cNvSpPr>
                  <a:spLocks noChangeShapeType="1"/>
                </p:cNvSpPr>
                <p:nvPr/>
              </p:nvSpPr>
              <p:spPr bwMode="auto">
                <a:xfrm>
                  <a:off x="18821400" y="514985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5" name="Line 452"/>
                <p:cNvSpPr>
                  <a:spLocks noChangeShapeType="1"/>
                </p:cNvSpPr>
                <p:nvPr userDrawn="1"/>
              </p:nvSpPr>
              <p:spPr bwMode="auto">
                <a:xfrm>
                  <a:off x="18827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6" name="Line 453"/>
                <p:cNvSpPr>
                  <a:spLocks noChangeShapeType="1"/>
                </p:cNvSpPr>
                <p:nvPr/>
              </p:nvSpPr>
              <p:spPr bwMode="auto">
                <a:xfrm>
                  <a:off x="31172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7" name="Line 455"/>
                <p:cNvSpPr>
                  <a:spLocks noChangeShapeType="1"/>
                </p:cNvSpPr>
                <p:nvPr/>
              </p:nvSpPr>
              <p:spPr bwMode="auto">
                <a:xfrm>
                  <a:off x="18821400" y="552132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8" name="Line 439"/>
                <p:cNvSpPr>
                  <a:spLocks noChangeShapeType="1"/>
                </p:cNvSpPr>
                <p:nvPr/>
              </p:nvSpPr>
              <p:spPr bwMode="auto">
                <a:xfrm>
                  <a:off x="18821400" y="360491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0" name="Group 39"/>
              <p:cNvGrpSpPr/>
              <p:nvPr/>
            </p:nvGrpSpPr>
            <p:grpSpPr>
              <a:xfrm>
                <a:off x="2217420" y="-3104782"/>
                <a:ext cx="7757160" cy="4363403"/>
                <a:chOff x="18821400" y="-49213"/>
                <a:chExt cx="12376150" cy="5583238"/>
              </a:xfrm>
              <a:noFill/>
            </p:grpSpPr>
            <p:sp>
              <p:nvSpPr>
                <p:cNvPr id="41" name="AutoShape 3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8821400" y="-49213"/>
                  <a:ext cx="12376150" cy="558323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" name="Rectangle 5"/>
                <p:cNvSpPr>
                  <a:spLocks noChangeArrowheads="1"/>
                </p:cNvSpPr>
                <p:nvPr/>
              </p:nvSpPr>
              <p:spPr bwMode="auto">
                <a:xfrm>
                  <a:off x="18827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" name="Rectangle 6"/>
                <p:cNvSpPr>
                  <a:spLocks noChangeArrowheads="1"/>
                </p:cNvSpPr>
                <p:nvPr/>
              </p:nvSpPr>
              <p:spPr bwMode="auto">
                <a:xfrm>
                  <a:off x="19284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" name="Rectangle 7"/>
                <p:cNvSpPr>
                  <a:spLocks noChangeArrowheads="1"/>
                </p:cNvSpPr>
                <p:nvPr/>
              </p:nvSpPr>
              <p:spPr bwMode="auto">
                <a:xfrm>
                  <a:off x="19742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" name="Rectangle 8"/>
                <p:cNvSpPr>
                  <a:spLocks noChangeArrowheads="1"/>
                </p:cNvSpPr>
                <p:nvPr/>
              </p:nvSpPr>
              <p:spPr bwMode="auto">
                <a:xfrm>
                  <a:off x="20199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" name="Rectangle 9"/>
                <p:cNvSpPr>
                  <a:spLocks noChangeArrowheads="1"/>
                </p:cNvSpPr>
                <p:nvPr/>
              </p:nvSpPr>
              <p:spPr bwMode="auto">
                <a:xfrm>
                  <a:off x="20656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" name="Rectangle 10"/>
                <p:cNvSpPr>
                  <a:spLocks noChangeArrowheads="1"/>
                </p:cNvSpPr>
                <p:nvPr/>
              </p:nvSpPr>
              <p:spPr bwMode="auto">
                <a:xfrm>
                  <a:off x="21113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" name="Rectangle 11"/>
                <p:cNvSpPr>
                  <a:spLocks noChangeArrowheads="1"/>
                </p:cNvSpPr>
                <p:nvPr/>
              </p:nvSpPr>
              <p:spPr bwMode="auto">
                <a:xfrm>
                  <a:off x="21570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" name="Rectangle 12"/>
                <p:cNvSpPr>
                  <a:spLocks noChangeArrowheads="1"/>
                </p:cNvSpPr>
                <p:nvPr/>
              </p:nvSpPr>
              <p:spPr bwMode="auto">
                <a:xfrm>
                  <a:off x="22028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" name="Rectangle 13"/>
                <p:cNvSpPr>
                  <a:spLocks noChangeArrowheads="1"/>
                </p:cNvSpPr>
                <p:nvPr/>
              </p:nvSpPr>
              <p:spPr bwMode="auto">
                <a:xfrm>
                  <a:off x="22485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" name="Rectangle 14"/>
                <p:cNvSpPr>
                  <a:spLocks noChangeArrowheads="1"/>
                </p:cNvSpPr>
                <p:nvPr/>
              </p:nvSpPr>
              <p:spPr bwMode="auto">
                <a:xfrm>
                  <a:off x="22942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" name="Rectangle 15"/>
                <p:cNvSpPr>
                  <a:spLocks noChangeArrowheads="1"/>
                </p:cNvSpPr>
                <p:nvPr/>
              </p:nvSpPr>
              <p:spPr bwMode="auto">
                <a:xfrm>
                  <a:off x="23399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" name="Rectangle 16"/>
                <p:cNvSpPr>
                  <a:spLocks noChangeArrowheads="1"/>
                </p:cNvSpPr>
                <p:nvPr/>
              </p:nvSpPr>
              <p:spPr bwMode="auto">
                <a:xfrm>
                  <a:off x="23856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" name="Rectangle 17"/>
                <p:cNvSpPr>
                  <a:spLocks noChangeArrowheads="1"/>
                </p:cNvSpPr>
                <p:nvPr/>
              </p:nvSpPr>
              <p:spPr bwMode="auto">
                <a:xfrm>
                  <a:off x="24314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" name="Rectangle 18"/>
                <p:cNvSpPr>
                  <a:spLocks noChangeArrowheads="1"/>
                </p:cNvSpPr>
                <p:nvPr/>
              </p:nvSpPr>
              <p:spPr bwMode="auto">
                <a:xfrm>
                  <a:off x="24771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" name="Rectangle 19"/>
                <p:cNvSpPr>
                  <a:spLocks noChangeArrowheads="1"/>
                </p:cNvSpPr>
                <p:nvPr/>
              </p:nvSpPr>
              <p:spPr bwMode="auto">
                <a:xfrm>
                  <a:off x="25228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" name="Rectangle 20"/>
                <p:cNvSpPr>
                  <a:spLocks noChangeArrowheads="1"/>
                </p:cNvSpPr>
                <p:nvPr/>
              </p:nvSpPr>
              <p:spPr bwMode="auto">
                <a:xfrm>
                  <a:off x="25685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" name="Rectangle 21"/>
                <p:cNvSpPr>
                  <a:spLocks noChangeArrowheads="1"/>
                </p:cNvSpPr>
                <p:nvPr/>
              </p:nvSpPr>
              <p:spPr bwMode="auto">
                <a:xfrm>
                  <a:off x="26142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" name="Rectangle 22"/>
                <p:cNvSpPr>
                  <a:spLocks noChangeArrowheads="1"/>
                </p:cNvSpPr>
                <p:nvPr/>
              </p:nvSpPr>
              <p:spPr bwMode="auto">
                <a:xfrm>
                  <a:off x="26600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" name="Rectangle 23"/>
                <p:cNvSpPr>
                  <a:spLocks noChangeArrowheads="1"/>
                </p:cNvSpPr>
                <p:nvPr/>
              </p:nvSpPr>
              <p:spPr bwMode="auto">
                <a:xfrm>
                  <a:off x="27057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" name="Rectangle 24"/>
                <p:cNvSpPr>
                  <a:spLocks noChangeArrowheads="1"/>
                </p:cNvSpPr>
                <p:nvPr/>
              </p:nvSpPr>
              <p:spPr bwMode="auto">
                <a:xfrm>
                  <a:off x="27514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" name="Rectangle 25"/>
                <p:cNvSpPr>
                  <a:spLocks noChangeArrowheads="1"/>
                </p:cNvSpPr>
                <p:nvPr/>
              </p:nvSpPr>
              <p:spPr bwMode="auto">
                <a:xfrm>
                  <a:off x="27971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" name="Rectangle 26"/>
                <p:cNvSpPr>
                  <a:spLocks noChangeArrowheads="1"/>
                </p:cNvSpPr>
                <p:nvPr/>
              </p:nvSpPr>
              <p:spPr bwMode="auto">
                <a:xfrm>
                  <a:off x="28428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" name="Rectangle 27"/>
                <p:cNvSpPr>
                  <a:spLocks noChangeArrowheads="1"/>
                </p:cNvSpPr>
                <p:nvPr/>
              </p:nvSpPr>
              <p:spPr bwMode="auto">
                <a:xfrm>
                  <a:off x="288861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Rectangle 28"/>
                <p:cNvSpPr>
                  <a:spLocks noChangeArrowheads="1"/>
                </p:cNvSpPr>
                <p:nvPr/>
              </p:nvSpPr>
              <p:spPr bwMode="auto">
                <a:xfrm>
                  <a:off x="293433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Rectangle 29"/>
                <p:cNvSpPr>
                  <a:spLocks noChangeArrowheads="1"/>
                </p:cNvSpPr>
                <p:nvPr/>
              </p:nvSpPr>
              <p:spPr bwMode="auto">
                <a:xfrm>
                  <a:off x="298005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" name="Rectangle 30"/>
                <p:cNvSpPr>
                  <a:spLocks noChangeArrowheads="1"/>
                </p:cNvSpPr>
                <p:nvPr/>
              </p:nvSpPr>
              <p:spPr bwMode="auto">
                <a:xfrm>
                  <a:off x="302577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" name="Rectangle 31"/>
                <p:cNvSpPr>
                  <a:spLocks noChangeArrowheads="1"/>
                </p:cNvSpPr>
                <p:nvPr/>
              </p:nvSpPr>
              <p:spPr bwMode="auto">
                <a:xfrm>
                  <a:off x="30714950" y="-4127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" name="Rectangle 32"/>
                <p:cNvSpPr>
                  <a:spLocks noChangeArrowheads="1"/>
                </p:cNvSpPr>
                <p:nvPr/>
              </p:nvSpPr>
              <p:spPr bwMode="auto">
                <a:xfrm>
                  <a:off x="18827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Rectangle 33"/>
                <p:cNvSpPr>
                  <a:spLocks noChangeArrowheads="1"/>
                </p:cNvSpPr>
                <p:nvPr/>
              </p:nvSpPr>
              <p:spPr bwMode="auto">
                <a:xfrm>
                  <a:off x="19284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Rectangle 34"/>
                <p:cNvSpPr>
                  <a:spLocks noChangeArrowheads="1"/>
                </p:cNvSpPr>
                <p:nvPr/>
              </p:nvSpPr>
              <p:spPr bwMode="auto">
                <a:xfrm>
                  <a:off x="19742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" name="Rectangle 35"/>
                <p:cNvSpPr>
                  <a:spLocks noChangeArrowheads="1"/>
                </p:cNvSpPr>
                <p:nvPr/>
              </p:nvSpPr>
              <p:spPr bwMode="auto">
                <a:xfrm>
                  <a:off x="20199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Rectangle 36"/>
                <p:cNvSpPr>
                  <a:spLocks noChangeArrowheads="1"/>
                </p:cNvSpPr>
                <p:nvPr/>
              </p:nvSpPr>
              <p:spPr bwMode="auto">
                <a:xfrm>
                  <a:off x="20656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Rectangle 37"/>
                <p:cNvSpPr>
                  <a:spLocks noChangeArrowheads="1"/>
                </p:cNvSpPr>
                <p:nvPr/>
              </p:nvSpPr>
              <p:spPr bwMode="auto">
                <a:xfrm>
                  <a:off x="21113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" name="Rectangle 38"/>
                <p:cNvSpPr>
                  <a:spLocks noChangeArrowheads="1"/>
                </p:cNvSpPr>
                <p:nvPr/>
              </p:nvSpPr>
              <p:spPr bwMode="auto">
                <a:xfrm>
                  <a:off x="21570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Rectangle 39"/>
                <p:cNvSpPr>
                  <a:spLocks noChangeArrowheads="1"/>
                </p:cNvSpPr>
                <p:nvPr/>
              </p:nvSpPr>
              <p:spPr bwMode="auto">
                <a:xfrm>
                  <a:off x="22028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" name="Rectangle 40"/>
                <p:cNvSpPr>
                  <a:spLocks noChangeArrowheads="1"/>
                </p:cNvSpPr>
                <p:nvPr/>
              </p:nvSpPr>
              <p:spPr bwMode="auto">
                <a:xfrm>
                  <a:off x="22485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" name="Rectangle 41"/>
                <p:cNvSpPr>
                  <a:spLocks noChangeArrowheads="1"/>
                </p:cNvSpPr>
                <p:nvPr/>
              </p:nvSpPr>
              <p:spPr bwMode="auto">
                <a:xfrm>
                  <a:off x="22942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" name="Rectangle 42"/>
                <p:cNvSpPr>
                  <a:spLocks noChangeArrowheads="1"/>
                </p:cNvSpPr>
                <p:nvPr/>
              </p:nvSpPr>
              <p:spPr bwMode="auto">
                <a:xfrm>
                  <a:off x="23399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" name="Rectangle 43"/>
                <p:cNvSpPr>
                  <a:spLocks noChangeArrowheads="1"/>
                </p:cNvSpPr>
                <p:nvPr/>
              </p:nvSpPr>
              <p:spPr bwMode="auto">
                <a:xfrm>
                  <a:off x="23856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" name="Rectangle 44"/>
                <p:cNvSpPr>
                  <a:spLocks noChangeArrowheads="1"/>
                </p:cNvSpPr>
                <p:nvPr/>
              </p:nvSpPr>
              <p:spPr bwMode="auto">
                <a:xfrm>
                  <a:off x="24314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" name="Rectangle 45"/>
                <p:cNvSpPr>
                  <a:spLocks noChangeArrowheads="1"/>
                </p:cNvSpPr>
                <p:nvPr/>
              </p:nvSpPr>
              <p:spPr bwMode="auto">
                <a:xfrm>
                  <a:off x="24771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" name="Rectangle 46"/>
                <p:cNvSpPr>
                  <a:spLocks noChangeArrowheads="1"/>
                </p:cNvSpPr>
                <p:nvPr/>
              </p:nvSpPr>
              <p:spPr bwMode="auto">
                <a:xfrm>
                  <a:off x="25228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" name="Rectangle 47"/>
                <p:cNvSpPr>
                  <a:spLocks noChangeArrowheads="1"/>
                </p:cNvSpPr>
                <p:nvPr/>
              </p:nvSpPr>
              <p:spPr bwMode="auto">
                <a:xfrm>
                  <a:off x="25685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" name="Rectangle 48"/>
                <p:cNvSpPr>
                  <a:spLocks noChangeArrowheads="1"/>
                </p:cNvSpPr>
                <p:nvPr/>
              </p:nvSpPr>
              <p:spPr bwMode="auto">
                <a:xfrm>
                  <a:off x="26142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" name="Rectangle 49"/>
                <p:cNvSpPr>
                  <a:spLocks noChangeArrowheads="1"/>
                </p:cNvSpPr>
                <p:nvPr/>
              </p:nvSpPr>
              <p:spPr bwMode="auto">
                <a:xfrm>
                  <a:off x="26600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" name="Rectangle 50"/>
                <p:cNvSpPr>
                  <a:spLocks noChangeArrowheads="1"/>
                </p:cNvSpPr>
                <p:nvPr/>
              </p:nvSpPr>
              <p:spPr bwMode="auto">
                <a:xfrm>
                  <a:off x="27057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" name="Rectangle 51"/>
                <p:cNvSpPr>
                  <a:spLocks noChangeArrowheads="1"/>
                </p:cNvSpPr>
                <p:nvPr/>
              </p:nvSpPr>
              <p:spPr bwMode="auto">
                <a:xfrm>
                  <a:off x="27514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" name="Rectangle 52"/>
                <p:cNvSpPr>
                  <a:spLocks noChangeArrowheads="1"/>
                </p:cNvSpPr>
                <p:nvPr/>
              </p:nvSpPr>
              <p:spPr bwMode="auto">
                <a:xfrm>
                  <a:off x="27971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" name="Rectangle 53"/>
                <p:cNvSpPr>
                  <a:spLocks noChangeArrowheads="1"/>
                </p:cNvSpPr>
                <p:nvPr/>
              </p:nvSpPr>
              <p:spPr bwMode="auto">
                <a:xfrm>
                  <a:off x="28428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" name="Rectangle 54"/>
                <p:cNvSpPr>
                  <a:spLocks noChangeArrowheads="1"/>
                </p:cNvSpPr>
                <p:nvPr/>
              </p:nvSpPr>
              <p:spPr bwMode="auto">
                <a:xfrm>
                  <a:off x="288861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" name="Rectangle 55"/>
                <p:cNvSpPr>
                  <a:spLocks noChangeArrowheads="1"/>
                </p:cNvSpPr>
                <p:nvPr/>
              </p:nvSpPr>
              <p:spPr bwMode="auto">
                <a:xfrm>
                  <a:off x="293433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" name="Rectangle 56"/>
                <p:cNvSpPr>
                  <a:spLocks noChangeArrowheads="1"/>
                </p:cNvSpPr>
                <p:nvPr/>
              </p:nvSpPr>
              <p:spPr bwMode="auto">
                <a:xfrm>
                  <a:off x="298005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" name="Rectangle 57"/>
                <p:cNvSpPr>
                  <a:spLocks noChangeArrowheads="1"/>
                </p:cNvSpPr>
                <p:nvPr/>
              </p:nvSpPr>
              <p:spPr bwMode="auto">
                <a:xfrm>
                  <a:off x="302577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" name="Rectangle 58"/>
                <p:cNvSpPr>
                  <a:spLocks noChangeArrowheads="1"/>
                </p:cNvSpPr>
                <p:nvPr/>
              </p:nvSpPr>
              <p:spPr bwMode="auto">
                <a:xfrm>
                  <a:off x="30714950" y="32861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" name="Rectangle 59"/>
                <p:cNvSpPr>
                  <a:spLocks noChangeArrowheads="1"/>
                </p:cNvSpPr>
                <p:nvPr/>
              </p:nvSpPr>
              <p:spPr bwMode="auto">
                <a:xfrm>
                  <a:off x="18827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" name="Rectangle 60"/>
                <p:cNvSpPr>
                  <a:spLocks noChangeArrowheads="1"/>
                </p:cNvSpPr>
                <p:nvPr/>
              </p:nvSpPr>
              <p:spPr bwMode="auto">
                <a:xfrm>
                  <a:off x="19284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" name="Rectangle 61"/>
                <p:cNvSpPr>
                  <a:spLocks noChangeArrowheads="1"/>
                </p:cNvSpPr>
                <p:nvPr/>
              </p:nvSpPr>
              <p:spPr bwMode="auto">
                <a:xfrm>
                  <a:off x="19742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" name="Rectangle 62"/>
                <p:cNvSpPr>
                  <a:spLocks noChangeArrowheads="1"/>
                </p:cNvSpPr>
                <p:nvPr/>
              </p:nvSpPr>
              <p:spPr bwMode="auto">
                <a:xfrm>
                  <a:off x="20199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" name="Rectangle 63"/>
                <p:cNvSpPr>
                  <a:spLocks noChangeArrowheads="1"/>
                </p:cNvSpPr>
                <p:nvPr/>
              </p:nvSpPr>
              <p:spPr bwMode="auto">
                <a:xfrm>
                  <a:off x="20656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" name="Rectangle 64"/>
                <p:cNvSpPr>
                  <a:spLocks noChangeArrowheads="1"/>
                </p:cNvSpPr>
                <p:nvPr/>
              </p:nvSpPr>
              <p:spPr bwMode="auto">
                <a:xfrm>
                  <a:off x="21113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" name="Rectangle 65"/>
                <p:cNvSpPr>
                  <a:spLocks noChangeArrowheads="1"/>
                </p:cNvSpPr>
                <p:nvPr/>
              </p:nvSpPr>
              <p:spPr bwMode="auto">
                <a:xfrm>
                  <a:off x="21570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" name="Rectangle 66"/>
                <p:cNvSpPr>
                  <a:spLocks noChangeArrowheads="1"/>
                </p:cNvSpPr>
                <p:nvPr/>
              </p:nvSpPr>
              <p:spPr bwMode="auto">
                <a:xfrm>
                  <a:off x="22028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" name="Rectangle 67"/>
                <p:cNvSpPr>
                  <a:spLocks noChangeArrowheads="1"/>
                </p:cNvSpPr>
                <p:nvPr/>
              </p:nvSpPr>
              <p:spPr bwMode="auto">
                <a:xfrm>
                  <a:off x="22485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" name="Rectangle 68"/>
                <p:cNvSpPr>
                  <a:spLocks noChangeArrowheads="1"/>
                </p:cNvSpPr>
                <p:nvPr/>
              </p:nvSpPr>
              <p:spPr bwMode="auto">
                <a:xfrm>
                  <a:off x="22942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" name="Rectangle 69"/>
                <p:cNvSpPr>
                  <a:spLocks noChangeArrowheads="1"/>
                </p:cNvSpPr>
                <p:nvPr/>
              </p:nvSpPr>
              <p:spPr bwMode="auto">
                <a:xfrm>
                  <a:off x="23399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" name="Rectangle 70"/>
                <p:cNvSpPr>
                  <a:spLocks noChangeArrowheads="1"/>
                </p:cNvSpPr>
                <p:nvPr/>
              </p:nvSpPr>
              <p:spPr bwMode="auto">
                <a:xfrm>
                  <a:off x="23856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" name="Rectangle 71"/>
                <p:cNvSpPr>
                  <a:spLocks noChangeArrowheads="1"/>
                </p:cNvSpPr>
                <p:nvPr/>
              </p:nvSpPr>
              <p:spPr bwMode="auto">
                <a:xfrm>
                  <a:off x="24314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" name="Rectangle 72"/>
                <p:cNvSpPr>
                  <a:spLocks noChangeArrowheads="1"/>
                </p:cNvSpPr>
                <p:nvPr/>
              </p:nvSpPr>
              <p:spPr bwMode="auto">
                <a:xfrm>
                  <a:off x="24771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" name="Rectangle 73"/>
                <p:cNvSpPr>
                  <a:spLocks noChangeArrowheads="1"/>
                </p:cNvSpPr>
                <p:nvPr/>
              </p:nvSpPr>
              <p:spPr bwMode="auto">
                <a:xfrm>
                  <a:off x="25228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" name="Rectangle 74"/>
                <p:cNvSpPr>
                  <a:spLocks noChangeArrowheads="1"/>
                </p:cNvSpPr>
                <p:nvPr/>
              </p:nvSpPr>
              <p:spPr bwMode="auto">
                <a:xfrm>
                  <a:off x="25685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" name="Rectangle 75"/>
                <p:cNvSpPr>
                  <a:spLocks noChangeArrowheads="1"/>
                </p:cNvSpPr>
                <p:nvPr/>
              </p:nvSpPr>
              <p:spPr bwMode="auto">
                <a:xfrm>
                  <a:off x="26142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" name="Rectangle 76"/>
                <p:cNvSpPr>
                  <a:spLocks noChangeArrowheads="1"/>
                </p:cNvSpPr>
                <p:nvPr/>
              </p:nvSpPr>
              <p:spPr bwMode="auto">
                <a:xfrm>
                  <a:off x="26600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" name="Rectangle 77"/>
                <p:cNvSpPr>
                  <a:spLocks noChangeArrowheads="1"/>
                </p:cNvSpPr>
                <p:nvPr/>
              </p:nvSpPr>
              <p:spPr bwMode="auto">
                <a:xfrm>
                  <a:off x="27057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" name="Rectangle 78"/>
                <p:cNvSpPr>
                  <a:spLocks noChangeArrowheads="1"/>
                </p:cNvSpPr>
                <p:nvPr/>
              </p:nvSpPr>
              <p:spPr bwMode="auto">
                <a:xfrm>
                  <a:off x="27514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" name="Rectangle 79"/>
                <p:cNvSpPr>
                  <a:spLocks noChangeArrowheads="1"/>
                </p:cNvSpPr>
                <p:nvPr/>
              </p:nvSpPr>
              <p:spPr bwMode="auto">
                <a:xfrm>
                  <a:off x="27971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" name="Rectangle 80"/>
                <p:cNvSpPr>
                  <a:spLocks noChangeArrowheads="1"/>
                </p:cNvSpPr>
                <p:nvPr/>
              </p:nvSpPr>
              <p:spPr bwMode="auto">
                <a:xfrm>
                  <a:off x="28428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" name="Rectangle 81"/>
                <p:cNvSpPr>
                  <a:spLocks noChangeArrowheads="1"/>
                </p:cNvSpPr>
                <p:nvPr/>
              </p:nvSpPr>
              <p:spPr bwMode="auto">
                <a:xfrm>
                  <a:off x="288861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" name="Rectangle 82"/>
                <p:cNvSpPr>
                  <a:spLocks noChangeArrowheads="1"/>
                </p:cNvSpPr>
                <p:nvPr/>
              </p:nvSpPr>
              <p:spPr bwMode="auto">
                <a:xfrm>
                  <a:off x="293433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" name="Rectangle 83"/>
                <p:cNvSpPr>
                  <a:spLocks noChangeArrowheads="1"/>
                </p:cNvSpPr>
                <p:nvPr/>
              </p:nvSpPr>
              <p:spPr bwMode="auto">
                <a:xfrm>
                  <a:off x="298005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" name="Rectangle 84"/>
                <p:cNvSpPr>
                  <a:spLocks noChangeArrowheads="1"/>
                </p:cNvSpPr>
                <p:nvPr/>
              </p:nvSpPr>
              <p:spPr bwMode="auto">
                <a:xfrm>
                  <a:off x="302577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" name="Rectangle 85"/>
                <p:cNvSpPr>
                  <a:spLocks noChangeArrowheads="1"/>
                </p:cNvSpPr>
                <p:nvPr/>
              </p:nvSpPr>
              <p:spPr bwMode="auto">
                <a:xfrm>
                  <a:off x="30714950" y="698500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" name="Rectangle 86"/>
                <p:cNvSpPr>
                  <a:spLocks noChangeArrowheads="1"/>
                </p:cNvSpPr>
                <p:nvPr/>
              </p:nvSpPr>
              <p:spPr bwMode="auto">
                <a:xfrm>
                  <a:off x="18827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" name="Rectangle 87"/>
                <p:cNvSpPr>
                  <a:spLocks noChangeArrowheads="1"/>
                </p:cNvSpPr>
                <p:nvPr/>
              </p:nvSpPr>
              <p:spPr bwMode="auto">
                <a:xfrm>
                  <a:off x="19284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" name="Rectangle 88"/>
                <p:cNvSpPr>
                  <a:spLocks noChangeArrowheads="1"/>
                </p:cNvSpPr>
                <p:nvPr/>
              </p:nvSpPr>
              <p:spPr bwMode="auto">
                <a:xfrm>
                  <a:off x="19742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" name="Rectangle 89"/>
                <p:cNvSpPr>
                  <a:spLocks noChangeArrowheads="1"/>
                </p:cNvSpPr>
                <p:nvPr/>
              </p:nvSpPr>
              <p:spPr bwMode="auto">
                <a:xfrm>
                  <a:off x="20199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" name="Rectangle 90"/>
                <p:cNvSpPr>
                  <a:spLocks noChangeArrowheads="1"/>
                </p:cNvSpPr>
                <p:nvPr/>
              </p:nvSpPr>
              <p:spPr bwMode="auto">
                <a:xfrm>
                  <a:off x="20656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" name="Rectangle 91"/>
                <p:cNvSpPr>
                  <a:spLocks noChangeArrowheads="1"/>
                </p:cNvSpPr>
                <p:nvPr/>
              </p:nvSpPr>
              <p:spPr bwMode="auto">
                <a:xfrm>
                  <a:off x="21113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" name="Rectangle 92"/>
                <p:cNvSpPr>
                  <a:spLocks noChangeArrowheads="1"/>
                </p:cNvSpPr>
                <p:nvPr/>
              </p:nvSpPr>
              <p:spPr bwMode="auto">
                <a:xfrm>
                  <a:off x="21570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" name="Rectangle 93"/>
                <p:cNvSpPr>
                  <a:spLocks noChangeArrowheads="1"/>
                </p:cNvSpPr>
                <p:nvPr/>
              </p:nvSpPr>
              <p:spPr bwMode="auto">
                <a:xfrm>
                  <a:off x="22028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" name="Rectangle 94"/>
                <p:cNvSpPr>
                  <a:spLocks noChangeArrowheads="1"/>
                </p:cNvSpPr>
                <p:nvPr/>
              </p:nvSpPr>
              <p:spPr bwMode="auto">
                <a:xfrm>
                  <a:off x="22485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" name="Rectangle 95"/>
                <p:cNvSpPr>
                  <a:spLocks noChangeArrowheads="1"/>
                </p:cNvSpPr>
                <p:nvPr/>
              </p:nvSpPr>
              <p:spPr bwMode="auto">
                <a:xfrm>
                  <a:off x="22942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" name="Rectangle 96"/>
                <p:cNvSpPr>
                  <a:spLocks noChangeArrowheads="1"/>
                </p:cNvSpPr>
                <p:nvPr/>
              </p:nvSpPr>
              <p:spPr bwMode="auto">
                <a:xfrm>
                  <a:off x="23399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" name="Rectangle 97"/>
                <p:cNvSpPr>
                  <a:spLocks noChangeArrowheads="1"/>
                </p:cNvSpPr>
                <p:nvPr/>
              </p:nvSpPr>
              <p:spPr bwMode="auto">
                <a:xfrm>
                  <a:off x="23856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" name="Rectangle 98"/>
                <p:cNvSpPr>
                  <a:spLocks noChangeArrowheads="1"/>
                </p:cNvSpPr>
                <p:nvPr/>
              </p:nvSpPr>
              <p:spPr bwMode="auto">
                <a:xfrm>
                  <a:off x="24314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" name="Rectangle 99"/>
                <p:cNvSpPr>
                  <a:spLocks noChangeArrowheads="1"/>
                </p:cNvSpPr>
                <p:nvPr/>
              </p:nvSpPr>
              <p:spPr bwMode="auto">
                <a:xfrm>
                  <a:off x="24771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" name="Rectangle 100"/>
                <p:cNvSpPr>
                  <a:spLocks noChangeArrowheads="1"/>
                </p:cNvSpPr>
                <p:nvPr/>
              </p:nvSpPr>
              <p:spPr bwMode="auto">
                <a:xfrm>
                  <a:off x="25228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8" name="Rectangle 101"/>
                <p:cNvSpPr>
                  <a:spLocks noChangeArrowheads="1"/>
                </p:cNvSpPr>
                <p:nvPr/>
              </p:nvSpPr>
              <p:spPr bwMode="auto">
                <a:xfrm>
                  <a:off x="25685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" name="Rectangle 102"/>
                <p:cNvSpPr>
                  <a:spLocks noChangeArrowheads="1"/>
                </p:cNvSpPr>
                <p:nvPr/>
              </p:nvSpPr>
              <p:spPr bwMode="auto">
                <a:xfrm>
                  <a:off x="26142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0" name="Rectangle 103"/>
                <p:cNvSpPr>
                  <a:spLocks noChangeArrowheads="1"/>
                </p:cNvSpPr>
                <p:nvPr/>
              </p:nvSpPr>
              <p:spPr bwMode="auto">
                <a:xfrm>
                  <a:off x="26600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1" name="Rectangle 104"/>
                <p:cNvSpPr>
                  <a:spLocks noChangeArrowheads="1"/>
                </p:cNvSpPr>
                <p:nvPr/>
              </p:nvSpPr>
              <p:spPr bwMode="auto">
                <a:xfrm>
                  <a:off x="27057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2" name="Rectangle 105"/>
                <p:cNvSpPr>
                  <a:spLocks noChangeArrowheads="1"/>
                </p:cNvSpPr>
                <p:nvPr/>
              </p:nvSpPr>
              <p:spPr bwMode="auto">
                <a:xfrm>
                  <a:off x="27514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3" name="Rectangle 106"/>
                <p:cNvSpPr>
                  <a:spLocks noChangeArrowheads="1"/>
                </p:cNvSpPr>
                <p:nvPr/>
              </p:nvSpPr>
              <p:spPr bwMode="auto">
                <a:xfrm>
                  <a:off x="27971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4" name="Rectangle 107"/>
                <p:cNvSpPr>
                  <a:spLocks noChangeArrowheads="1"/>
                </p:cNvSpPr>
                <p:nvPr/>
              </p:nvSpPr>
              <p:spPr bwMode="auto">
                <a:xfrm>
                  <a:off x="28428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5" name="Rectangle 108"/>
                <p:cNvSpPr>
                  <a:spLocks noChangeArrowheads="1"/>
                </p:cNvSpPr>
                <p:nvPr/>
              </p:nvSpPr>
              <p:spPr bwMode="auto">
                <a:xfrm>
                  <a:off x="288861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6" name="Rectangle 109"/>
                <p:cNvSpPr>
                  <a:spLocks noChangeArrowheads="1"/>
                </p:cNvSpPr>
                <p:nvPr/>
              </p:nvSpPr>
              <p:spPr bwMode="auto">
                <a:xfrm>
                  <a:off x="293433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7" name="Rectangle 110"/>
                <p:cNvSpPr>
                  <a:spLocks noChangeArrowheads="1"/>
                </p:cNvSpPr>
                <p:nvPr/>
              </p:nvSpPr>
              <p:spPr bwMode="auto">
                <a:xfrm>
                  <a:off x="298005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" name="Rectangle 111"/>
                <p:cNvSpPr>
                  <a:spLocks noChangeArrowheads="1"/>
                </p:cNvSpPr>
                <p:nvPr/>
              </p:nvSpPr>
              <p:spPr bwMode="auto">
                <a:xfrm>
                  <a:off x="302577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" name="Rectangle 112"/>
                <p:cNvSpPr>
                  <a:spLocks noChangeArrowheads="1"/>
                </p:cNvSpPr>
                <p:nvPr/>
              </p:nvSpPr>
              <p:spPr bwMode="auto">
                <a:xfrm>
                  <a:off x="30714950" y="1071563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" name="Rectangle 113"/>
                <p:cNvSpPr>
                  <a:spLocks noChangeArrowheads="1"/>
                </p:cNvSpPr>
                <p:nvPr/>
              </p:nvSpPr>
              <p:spPr bwMode="auto">
                <a:xfrm>
                  <a:off x="18827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1" name="Rectangle 114"/>
                <p:cNvSpPr>
                  <a:spLocks noChangeArrowheads="1"/>
                </p:cNvSpPr>
                <p:nvPr/>
              </p:nvSpPr>
              <p:spPr bwMode="auto">
                <a:xfrm>
                  <a:off x="19284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" name="Rectangle 115"/>
                <p:cNvSpPr>
                  <a:spLocks noChangeArrowheads="1"/>
                </p:cNvSpPr>
                <p:nvPr/>
              </p:nvSpPr>
              <p:spPr bwMode="auto">
                <a:xfrm>
                  <a:off x="19742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" name="Rectangle 116"/>
                <p:cNvSpPr>
                  <a:spLocks noChangeArrowheads="1"/>
                </p:cNvSpPr>
                <p:nvPr/>
              </p:nvSpPr>
              <p:spPr bwMode="auto">
                <a:xfrm>
                  <a:off x="20199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" name="Rectangle 117"/>
                <p:cNvSpPr>
                  <a:spLocks noChangeArrowheads="1"/>
                </p:cNvSpPr>
                <p:nvPr/>
              </p:nvSpPr>
              <p:spPr bwMode="auto">
                <a:xfrm>
                  <a:off x="20656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5" name="Rectangle 118"/>
                <p:cNvSpPr>
                  <a:spLocks noChangeArrowheads="1"/>
                </p:cNvSpPr>
                <p:nvPr/>
              </p:nvSpPr>
              <p:spPr bwMode="auto">
                <a:xfrm>
                  <a:off x="21113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" name="Rectangle 119"/>
                <p:cNvSpPr>
                  <a:spLocks noChangeArrowheads="1"/>
                </p:cNvSpPr>
                <p:nvPr/>
              </p:nvSpPr>
              <p:spPr bwMode="auto">
                <a:xfrm>
                  <a:off x="21570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" name="Rectangle 120"/>
                <p:cNvSpPr>
                  <a:spLocks noChangeArrowheads="1"/>
                </p:cNvSpPr>
                <p:nvPr/>
              </p:nvSpPr>
              <p:spPr bwMode="auto">
                <a:xfrm>
                  <a:off x="22028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" name="Rectangle 121"/>
                <p:cNvSpPr>
                  <a:spLocks noChangeArrowheads="1"/>
                </p:cNvSpPr>
                <p:nvPr/>
              </p:nvSpPr>
              <p:spPr bwMode="auto">
                <a:xfrm>
                  <a:off x="22485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" name="Rectangle 122"/>
                <p:cNvSpPr>
                  <a:spLocks noChangeArrowheads="1"/>
                </p:cNvSpPr>
                <p:nvPr/>
              </p:nvSpPr>
              <p:spPr bwMode="auto">
                <a:xfrm>
                  <a:off x="22942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" name="Rectangle 123"/>
                <p:cNvSpPr>
                  <a:spLocks noChangeArrowheads="1"/>
                </p:cNvSpPr>
                <p:nvPr/>
              </p:nvSpPr>
              <p:spPr bwMode="auto">
                <a:xfrm>
                  <a:off x="23399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" name="Rectangle 124"/>
                <p:cNvSpPr>
                  <a:spLocks noChangeArrowheads="1"/>
                </p:cNvSpPr>
                <p:nvPr/>
              </p:nvSpPr>
              <p:spPr bwMode="auto">
                <a:xfrm>
                  <a:off x="23856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" name="Rectangle 125"/>
                <p:cNvSpPr>
                  <a:spLocks noChangeArrowheads="1"/>
                </p:cNvSpPr>
                <p:nvPr/>
              </p:nvSpPr>
              <p:spPr bwMode="auto">
                <a:xfrm>
                  <a:off x="24314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" name="Rectangle 126"/>
                <p:cNvSpPr>
                  <a:spLocks noChangeArrowheads="1"/>
                </p:cNvSpPr>
                <p:nvPr/>
              </p:nvSpPr>
              <p:spPr bwMode="auto">
                <a:xfrm>
                  <a:off x="24771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" name="Rectangle 127"/>
                <p:cNvSpPr>
                  <a:spLocks noChangeArrowheads="1"/>
                </p:cNvSpPr>
                <p:nvPr/>
              </p:nvSpPr>
              <p:spPr bwMode="auto">
                <a:xfrm>
                  <a:off x="25228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" name="Rectangle 128"/>
                <p:cNvSpPr>
                  <a:spLocks noChangeArrowheads="1"/>
                </p:cNvSpPr>
                <p:nvPr/>
              </p:nvSpPr>
              <p:spPr bwMode="auto">
                <a:xfrm>
                  <a:off x="25685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" name="Rectangle 129"/>
                <p:cNvSpPr>
                  <a:spLocks noChangeArrowheads="1"/>
                </p:cNvSpPr>
                <p:nvPr/>
              </p:nvSpPr>
              <p:spPr bwMode="auto">
                <a:xfrm>
                  <a:off x="26142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7" name="Rectangle 130"/>
                <p:cNvSpPr>
                  <a:spLocks noChangeArrowheads="1"/>
                </p:cNvSpPr>
                <p:nvPr/>
              </p:nvSpPr>
              <p:spPr bwMode="auto">
                <a:xfrm>
                  <a:off x="26600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" name="Rectangle 131"/>
                <p:cNvSpPr>
                  <a:spLocks noChangeArrowheads="1"/>
                </p:cNvSpPr>
                <p:nvPr/>
              </p:nvSpPr>
              <p:spPr bwMode="auto">
                <a:xfrm>
                  <a:off x="27057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" name="Rectangle 132"/>
                <p:cNvSpPr>
                  <a:spLocks noChangeArrowheads="1"/>
                </p:cNvSpPr>
                <p:nvPr/>
              </p:nvSpPr>
              <p:spPr bwMode="auto">
                <a:xfrm>
                  <a:off x="27514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" name="Rectangle 133"/>
                <p:cNvSpPr>
                  <a:spLocks noChangeArrowheads="1"/>
                </p:cNvSpPr>
                <p:nvPr/>
              </p:nvSpPr>
              <p:spPr bwMode="auto">
                <a:xfrm>
                  <a:off x="27971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1" name="Rectangle 134"/>
                <p:cNvSpPr>
                  <a:spLocks noChangeArrowheads="1"/>
                </p:cNvSpPr>
                <p:nvPr/>
              </p:nvSpPr>
              <p:spPr bwMode="auto">
                <a:xfrm>
                  <a:off x="28428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2" name="Rectangle 135"/>
                <p:cNvSpPr>
                  <a:spLocks noChangeArrowheads="1"/>
                </p:cNvSpPr>
                <p:nvPr/>
              </p:nvSpPr>
              <p:spPr bwMode="auto">
                <a:xfrm>
                  <a:off x="288861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3" name="Rectangle 136"/>
                <p:cNvSpPr>
                  <a:spLocks noChangeArrowheads="1"/>
                </p:cNvSpPr>
                <p:nvPr/>
              </p:nvSpPr>
              <p:spPr bwMode="auto">
                <a:xfrm>
                  <a:off x="293433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" name="Rectangle 137"/>
                <p:cNvSpPr>
                  <a:spLocks noChangeArrowheads="1"/>
                </p:cNvSpPr>
                <p:nvPr/>
              </p:nvSpPr>
              <p:spPr bwMode="auto">
                <a:xfrm>
                  <a:off x="298005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" name="Rectangle 138"/>
                <p:cNvSpPr>
                  <a:spLocks noChangeArrowheads="1"/>
                </p:cNvSpPr>
                <p:nvPr/>
              </p:nvSpPr>
              <p:spPr bwMode="auto">
                <a:xfrm>
                  <a:off x="302577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" name="Rectangle 139"/>
                <p:cNvSpPr>
                  <a:spLocks noChangeArrowheads="1"/>
                </p:cNvSpPr>
                <p:nvPr/>
              </p:nvSpPr>
              <p:spPr bwMode="auto">
                <a:xfrm>
                  <a:off x="30714950" y="144145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" name="Rectangle 140"/>
                <p:cNvSpPr>
                  <a:spLocks noChangeArrowheads="1"/>
                </p:cNvSpPr>
                <p:nvPr/>
              </p:nvSpPr>
              <p:spPr bwMode="auto">
                <a:xfrm>
                  <a:off x="18827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" name="Rectangle 141"/>
                <p:cNvSpPr>
                  <a:spLocks noChangeArrowheads="1"/>
                </p:cNvSpPr>
                <p:nvPr/>
              </p:nvSpPr>
              <p:spPr bwMode="auto">
                <a:xfrm>
                  <a:off x="19284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" name="Rectangle 142"/>
                <p:cNvSpPr>
                  <a:spLocks noChangeArrowheads="1"/>
                </p:cNvSpPr>
                <p:nvPr/>
              </p:nvSpPr>
              <p:spPr bwMode="auto">
                <a:xfrm>
                  <a:off x="19742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" name="Rectangle 143"/>
                <p:cNvSpPr>
                  <a:spLocks noChangeArrowheads="1"/>
                </p:cNvSpPr>
                <p:nvPr/>
              </p:nvSpPr>
              <p:spPr bwMode="auto">
                <a:xfrm>
                  <a:off x="20199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" name="Rectangle 144"/>
                <p:cNvSpPr>
                  <a:spLocks noChangeArrowheads="1"/>
                </p:cNvSpPr>
                <p:nvPr/>
              </p:nvSpPr>
              <p:spPr bwMode="auto">
                <a:xfrm>
                  <a:off x="20656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" name="Rectangle 145"/>
                <p:cNvSpPr>
                  <a:spLocks noChangeArrowheads="1"/>
                </p:cNvSpPr>
                <p:nvPr/>
              </p:nvSpPr>
              <p:spPr bwMode="auto">
                <a:xfrm>
                  <a:off x="21113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" name="Rectangle 146"/>
                <p:cNvSpPr>
                  <a:spLocks noChangeArrowheads="1"/>
                </p:cNvSpPr>
                <p:nvPr/>
              </p:nvSpPr>
              <p:spPr bwMode="auto">
                <a:xfrm>
                  <a:off x="21570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4" name="Rectangle 147"/>
                <p:cNvSpPr>
                  <a:spLocks noChangeArrowheads="1"/>
                </p:cNvSpPr>
                <p:nvPr/>
              </p:nvSpPr>
              <p:spPr bwMode="auto">
                <a:xfrm>
                  <a:off x="22028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5" name="Rectangle 148"/>
                <p:cNvSpPr>
                  <a:spLocks noChangeArrowheads="1"/>
                </p:cNvSpPr>
                <p:nvPr/>
              </p:nvSpPr>
              <p:spPr bwMode="auto">
                <a:xfrm>
                  <a:off x="22485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6" name="Rectangle 149"/>
                <p:cNvSpPr>
                  <a:spLocks noChangeArrowheads="1"/>
                </p:cNvSpPr>
                <p:nvPr/>
              </p:nvSpPr>
              <p:spPr bwMode="auto">
                <a:xfrm>
                  <a:off x="22942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7" name="Rectangle 150"/>
                <p:cNvSpPr>
                  <a:spLocks noChangeArrowheads="1"/>
                </p:cNvSpPr>
                <p:nvPr/>
              </p:nvSpPr>
              <p:spPr bwMode="auto">
                <a:xfrm>
                  <a:off x="23399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8" name="Rectangle 151"/>
                <p:cNvSpPr>
                  <a:spLocks noChangeArrowheads="1"/>
                </p:cNvSpPr>
                <p:nvPr/>
              </p:nvSpPr>
              <p:spPr bwMode="auto">
                <a:xfrm>
                  <a:off x="23856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9" name="Rectangle 152"/>
                <p:cNvSpPr>
                  <a:spLocks noChangeArrowheads="1"/>
                </p:cNvSpPr>
                <p:nvPr/>
              </p:nvSpPr>
              <p:spPr bwMode="auto">
                <a:xfrm>
                  <a:off x="24314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0" name="Rectangle 153"/>
                <p:cNvSpPr>
                  <a:spLocks noChangeArrowheads="1"/>
                </p:cNvSpPr>
                <p:nvPr/>
              </p:nvSpPr>
              <p:spPr bwMode="auto">
                <a:xfrm>
                  <a:off x="24771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1" name="Rectangle 154"/>
                <p:cNvSpPr>
                  <a:spLocks noChangeArrowheads="1"/>
                </p:cNvSpPr>
                <p:nvPr/>
              </p:nvSpPr>
              <p:spPr bwMode="auto">
                <a:xfrm>
                  <a:off x="25228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2" name="Rectangle 155"/>
                <p:cNvSpPr>
                  <a:spLocks noChangeArrowheads="1"/>
                </p:cNvSpPr>
                <p:nvPr/>
              </p:nvSpPr>
              <p:spPr bwMode="auto">
                <a:xfrm>
                  <a:off x="25685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3" name="Rectangle 156"/>
                <p:cNvSpPr>
                  <a:spLocks noChangeArrowheads="1"/>
                </p:cNvSpPr>
                <p:nvPr/>
              </p:nvSpPr>
              <p:spPr bwMode="auto">
                <a:xfrm>
                  <a:off x="26142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4" name="Rectangle 157"/>
                <p:cNvSpPr>
                  <a:spLocks noChangeArrowheads="1"/>
                </p:cNvSpPr>
                <p:nvPr/>
              </p:nvSpPr>
              <p:spPr bwMode="auto">
                <a:xfrm>
                  <a:off x="26600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5" name="Rectangle 158"/>
                <p:cNvSpPr>
                  <a:spLocks noChangeArrowheads="1"/>
                </p:cNvSpPr>
                <p:nvPr/>
              </p:nvSpPr>
              <p:spPr bwMode="auto">
                <a:xfrm>
                  <a:off x="27057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6" name="Rectangle 159"/>
                <p:cNvSpPr>
                  <a:spLocks noChangeArrowheads="1"/>
                </p:cNvSpPr>
                <p:nvPr/>
              </p:nvSpPr>
              <p:spPr bwMode="auto">
                <a:xfrm>
                  <a:off x="27514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7" name="Rectangle 160"/>
                <p:cNvSpPr>
                  <a:spLocks noChangeArrowheads="1"/>
                </p:cNvSpPr>
                <p:nvPr/>
              </p:nvSpPr>
              <p:spPr bwMode="auto">
                <a:xfrm>
                  <a:off x="27971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8" name="Rectangle 161"/>
                <p:cNvSpPr>
                  <a:spLocks noChangeArrowheads="1"/>
                </p:cNvSpPr>
                <p:nvPr/>
              </p:nvSpPr>
              <p:spPr bwMode="auto">
                <a:xfrm>
                  <a:off x="28428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9" name="Rectangle 162"/>
                <p:cNvSpPr>
                  <a:spLocks noChangeArrowheads="1"/>
                </p:cNvSpPr>
                <p:nvPr/>
              </p:nvSpPr>
              <p:spPr bwMode="auto">
                <a:xfrm>
                  <a:off x="288861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0" name="Rectangle 163"/>
                <p:cNvSpPr>
                  <a:spLocks noChangeArrowheads="1"/>
                </p:cNvSpPr>
                <p:nvPr/>
              </p:nvSpPr>
              <p:spPr bwMode="auto">
                <a:xfrm>
                  <a:off x="293433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1" name="Rectangle 164"/>
                <p:cNvSpPr>
                  <a:spLocks noChangeArrowheads="1"/>
                </p:cNvSpPr>
                <p:nvPr/>
              </p:nvSpPr>
              <p:spPr bwMode="auto">
                <a:xfrm>
                  <a:off x="298005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2" name="Rectangle 165"/>
                <p:cNvSpPr>
                  <a:spLocks noChangeArrowheads="1"/>
                </p:cNvSpPr>
                <p:nvPr/>
              </p:nvSpPr>
              <p:spPr bwMode="auto">
                <a:xfrm>
                  <a:off x="302577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3" name="Rectangle 166"/>
                <p:cNvSpPr>
                  <a:spLocks noChangeArrowheads="1"/>
                </p:cNvSpPr>
                <p:nvPr/>
              </p:nvSpPr>
              <p:spPr bwMode="auto">
                <a:xfrm>
                  <a:off x="30714950" y="1811338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4" name="Rectangle 167"/>
                <p:cNvSpPr>
                  <a:spLocks noChangeArrowheads="1"/>
                </p:cNvSpPr>
                <p:nvPr/>
              </p:nvSpPr>
              <p:spPr bwMode="auto">
                <a:xfrm>
                  <a:off x="18827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5" name="Rectangle 168"/>
                <p:cNvSpPr>
                  <a:spLocks noChangeArrowheads="1"/>
                </p:cNvSpPr>
                <p:nvPr/>
              </p:nvSpPr>
              <p:spPr bwMode="auto">
                <a:xfrm>
                  <a:off x="19284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6" name="Rectangle 169"/>
                <p:cNvSpPr>
                  <a:spLocks noChangeArrowheads="1"/>
                </p:cNvSpPr>
                <p:nvPr/>
              </p:nvSpPr>
              <p:spPr bwMode="auto">
                <a:xfrm>
                  <a:off x="19742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7" name="Rectangle 170"/>
                <p:cNvSpPr>
                  <a:spLocks noChangeArrowheads="1"/>
                </p:cNvSpPr>
                <p:nvPr/>
              </p:nvSpPr>
              <p:spPr bwMode="auto">
                <a:xfrm>
                  <a:off x="20199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8" name="Rectangle 171"/>
                <p:cNvSpPr>
                  <a:spLocks noChangeArrowheads="1"/>
                </p:cNvSpPr>
                <p:nvPr/>
              </p:nvSpPr>
              <p:spPr bwMode="auto">
                <a:xfrm>
                  <a:off x="20656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9" name="Rectangle 172"/>
                <p:cNvSpPr>
                  <a:spLocks noChangeArrowheads="1"/>
                </p:cNvSpPr>
                <p:nvPr/>
              </p:nvSpPr>
              <p:spPr bwMode="auto">
                <a:xfrm>
                  <a:off x="21113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0" name="Rectangle 173"/>
                <p:cNvSpPr>
                  <a:spLocks noChangeArrowheads="1"/>
                </p:cNvSpPr>
                <p:nvPr/>
              </p:nvSpPr>
              <p:spPr bwMode="auto">
                <a:xfrm>
                  <a:off x="21570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1" name="Rectangle 174"/>
                <p:cNvSpPr>
                  <a:spLocks noChangeArrowheads="1"/>
                </p:cNvSpPr>
                <p:nvPr/>
              </p:nvSpPr>
              <p:spPr bwMode="auto">
                <a:xfrm>
                  <a:off x="22028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2" name="Rectangle 175"/>
                <p:cNvSpPr>
                  <a:spLocks noChangeArrowheads="1"/>
                </p:cNvSpPr>
                <p:nvPr/>
              </p:nvSpPr>
              <p:spPr bwMode="auto">
                <a:xfrm>
                  <a:off x="22485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3" name="Rectangle 176"/>
                <p:cNvSpPr>
                  <a:spLocks noChangeArrowheads="1"/>
                </p:cNvSpPr>
                <p:nvPr/>
              </p:nvSpPr>
              <p:spPr bwMode="auto">
                <a:xfrm>
                  <a:off x="22942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4" name="Rectangle 177"/>
                <p:cNvSpPr>
                  <a:spLocks noChangeArrowheads="1"/>
                </p:cNvSpPr>
                <p:nvPr/>
              </p:nvSpPr>
              <p:spPr bwMode="auto">
                <a:xfrm>
                  <a:off x="23399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5" name="Rectangle 178"/>
                <p:cNvSpPr>
                  <a:spLocks noChangeArrowheads="1"/>
                </p:cNvSpPr>
                <p:nvPr/>
              </p:nvSpPr>
              <p:spPr bwMode="auto">
                <a:xfrm>
                  <a:off x="23856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6" name="Rectangle 179"/>
                <p:cNvSpPr>
                  <a:spLocks noChangeArrowheads="1"/>
                </p:cNvSpPr>
                <p:nvPr/>
              </p:nvSpPr>
              <p:spPr bwMode="auto">
                <a:xfrm>
                  <a:off x="24314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7" name="Rectangle 180"/>
                <p:cNvSpPr>
                  <a:spLocks noChangeArrowheads="1"/>
                </p:cNvSpPr>
                <p:nvPr/>
              </p:nvSpPr>
              <p:spPr bwMode="auto">
                <a:xfrm>
                  <a:off x="24771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8" name="Rectangle 181"/>
                <p:cNvSpPr>
                  <a:spLocks noChangeArrowheads="1"/>
                </p:cNvSpPr>
                <p:nvPr/>
              </p:nvSpPr>
              <p:spPr bwMode="auto">
                <a:xfrm>
                  <a:off x="25228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9" name="Rectangle 182"/>
                <p:cNvSpPr>
                  <a:spLocks noChangeArrowheads="1"/>
                </p:cNvSpPr>
                <p:nvPr/>
              </p:nvSpPr>
              <p:spPr bwMode="auto">
                <a:xfrm>
                  <a:off x="25685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0" name="Rectangle 183"/>
                <p:cNvSpPr>
                  <a:spLocks noChangeArrowheads="1"/>
                </p:cNvSpPr>
                <p:nvPr/>
              </p:nvSpPr>
              <p:spPr bwMode="auto">
                <a:xfrm>
                  <a:off x="26142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1" name="Rectangle 184"/>
                <p:cNvSpPr>
                  <a:spLocks noChangeArrowheads="1"/>
                </p:cNvSpPr>
                <p:nvPr/>
              </p:nvSpPr>
              <p:spPr bwMode="auto">
                <a:xfrm>
                  <a:off x="26600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2" name="Rectangle 185"/>
                <p:cNvSpPr>
                  <a:spLocks noChangeArrowheads="1"/>
                </p:cNvSpPr>
                <p:nvPr/>
              </p:nvSpPr>
              <p:spPr bwMode="auto">
                <a:xfrm>
                  <a:off x="27057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3" name="Rectangle 186"/>
                <p:cNvSpPr>
                  <a:spLocks noChangeArrowheads="1"/>
                </p:cNvSpPr>
                <p:nvPr/>
              </p:nvSpPr>
              <p:spPr bwMode="auto">
                <a:xfrm>
                  <a:off x="27514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4" name="Rectangle 187"/>
                <p:cNvSpPr>
                  <a:spLocks noChangeArrowheads="1"/>
                </p:cNvSpPr>
                <p:nvPr/>
              </p:nvSpPr>
              <p:spPr bwMode="auto">
                <a:xfrm>
                  <a:off x="27971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5" name="Rectangle 188"/>
                <p:cNvSpPr>
                  <a:spLocks noChangeArrowheads="1"/>
                </p:cNvSpPr>
                <p:nvPr/>
              </p:nvSpPr>
              <p:spPr bwMode="auto">
                <a:xfrm>
                  <a:off x="28428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6" name="Rectangle 189"/>
                <p:cNvSpPr>
                  <a:spLocks noChangeArrowheads="1"/>
                </p:cNvSpPr>
                <p:nvPr/>
              </p:nvSpPr>
              <p:spPr bwMode="auto">
                <a:xfrm>
                  <a:off x="288861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7" name="Rectangle 190"/>
                <p:cNvSpPr>
                  <a:spLocks noChangeArrowheads="1"/>
                </p:cNvSpPr>
                <p:nvPr/>
              </p:nvSpPr>
              <p:spPr bwMode="auto">
                <a:xfrm>
                  <a:off x="293433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8" name="Rectangle 191"/>
                <p:cNvSpPr>
                  <a:spLocks noChangeArrowheads="1"/>
                </p:cNvSpPr>
                <p:nvPr/>
              </p:nvSpPr>
              <p:spPr bwMode="auto">
                <a:xfrm>
                  <a:off x="298005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9" name="Rectangle 192"/>
                <p:cNvSpPr>
                  <a:spLocks noChangeArrowheads="1"/>
                </p:cNvSpPr>
                <p:nvPr/>
              </p:nvSpPr>
              <p:spPr bwMode="auto">
                <a:xfrm>
                  <a:off x="302577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0" name="Rectangle 193"/>
                <p:cNvSpPr>
                  <a:spLocks noChangeArrowheads="1"/>
                </p:cNvSpPr>
                <p:nvPr/>
              </p:nvSpPr>
              <p:spPr bwMode="auto">
                <a:xfrm>
                  <a:off x="30714950" y="2184400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1" name="Rectangle 194"/>
                <p:cNvSpPr>
                  <a:spLocks noChangeArrowheads="1"/>
                </p:cNvSpPr>
                <p:nvPr/>
              </p:nvSpPr>
              <p:spPr bwMode="auto">
                <a:xfrm>
                  <a:off x="18827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2" name="Rectangle 195"/>
                <p:cNvSpPr>
                  <a:spLocks noChangeArrowheads="1"/>
                </p:cNvSpPr>
                <p:nvPr/>
              </p:nvSpPr>
              <p:spPr bwMode="auto">
                <a:xfrm>
                  <a:off x="192849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3" name="Rectangle 196"/>
                <p:cNvSpPr>
                  <a:spLocks noChangeArrowheads="1"/>
                </p:cNvSpPr>
                <p:nvPr/>
              </p:nvSpPr>
              <p:spPr bwMode="auto">
                <a:xfrm>
                  <a:off x="197421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4" name="Rectangle 197"/>
                <p:cNvSpPr>
                  <a:spLocks noChangeArrowheads="1"/>
                </p:cNvSpPr>
                <p:nvPr/>
              </p:nvSpPr>
              <p:spPr bwMode="auto">
                <a:xfrm>
                  <a:off x="201993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5" name="Rectangle 198"/>
                <p:cNvSpPr>
                  <a:spLocks noChangeArrowheads="1"/>
                </p:cNvSpPr>
                <p:nvPr/>
              </p:nvSpPr>
              <p:spPr bwMode="auto">
                <a:xfrm>
                  <a:off x="206565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6" name="Rectangle 199"/>
                <p:cNvSpPr>
                  <a:spLocks noChangeArrowheads="1"/>
                </p:cNvSpPr>
                <p:nvPr/>
              </p:nvSpPr>
              <p:spPr bwMode="auto">
                <a:xfrm>
                  <a:off x="21113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7" name="Rectangle 200"/>
                <p:cNvSpPr>
                  <a:spLocks noChangeArrowheads="1"/>
                </p:cNvSpPr>
                <p:nvPr/>
              </p:nvSpPr>
              <p:spPr bwMode="auto">
                <a:xfrm>
                  <a:off x="215709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8" name="Rectangle 201"/>
                <p:cNvSpPr>
                  <a:spLocks noChangeArrowheads="1"/>
                </p:cNvSpPr>
                <p:nvPr/>
              </p:nvSpPr>
              <p:spPr bwMode="auto">
                <a:xfrm>
                  <a:off x="220281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9" name="Rectangle 202"/>
                <p:cNvSpPr>
                  <a:spLocks noChangeArrowheads="1"/>
                </p:cNvSpPr>
                <p:nvPr/>
              </p:nvSpPr>
              <p:spPr bwMode="auto">
                <a:xfrm>
                  <a:off x="224853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0" name="Rectangle 203"/>
                <p:cNvSpPr>
                  <a:spLocks noChangeArrowheads="1"/>
                </p:cNvSpPr>
                <p:nvPr/>
              </p:nvSpPr>
              <p:spPr bwMode="auto">
                <a:xfrm>
                  <a:off x="229425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1" name="Rectangle 204"/>
                <p:cNvSpPr>
                  <a:spLocks noChangeArrowheads="1"/>
                </p:cNvSpPr>
                <p:nvPr/>
              </p:nvSpPr>
              <p:spPr bwMode="auto">
                <a:xfrm>
                  <a:off x="23399750" y="2554288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2" name="Rectangle 206"/>
                <p:cNvSpPr>
                  <a:spLocks noChangeArrowheads="1"/>
                </p:cNvSpPr>
                <p:nvPr/>
              </p:nvSpPr>
              <p:spPr bwMode="auto">
                <a:xfrm>
                  <a:off x="23856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3" name="Rectangle 207"/>
                <p:cNvSpPr>
                  <a:spLocks noChangeArrowheads="1"/>
                </p:cNvSpPr>
                <p:nvPr/>
              </p:nvSpPr>
              <p:spPr bwMode="auto">
                <a:xfrm>
                  <a:off x="24314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4" name="Rectangle 208"/>
                <p:cNvSpPr>
                  <a:spLocks noChangeArrowheads="1"/>
                </p:cNvSpPr>
                <p:nvPr/>
              </p:nvSpPr>
              <p:spPr bwMode="auto">
                <a:xfrm>
                  <a:off x="24771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5" name="Rectangle 209"/>
                <p:cNvSpPr>
                  <a:spLocks noChangeArrowheads="1"/>
                </p:cNvSpPr>
                <p:nvPr/>
              </p:nvSpPr>
              <p:spPr bwMode="auto">
                <a:xfrm>
                  <a:off x="25228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6" name="Rectangle 210"/>
                <p:cNvSpPr>
                  <a:spLocks noChangeArrowheads="1"/>
                </p:cNvSpPr>
                <p:nvPr/>
              </p:nvSpPr>
              <p:spPr bwMode="auto">
                <a:xfrm>
                  <a:off x="25685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7" name="Rectangle 211"/>
                <p:cNvSpPr>
                  <a:spLocks noChangeArrowheads="1"/>
                </p:cNvSpPr>
                <p:nvPr/>
              </p:nvSpPr>
              <p:spPr bwMode="auto">
                <a:xfrm>
                  <a:off x="26142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8" name="Rectangle 212"/>
                <p:cNvSpPr>
                  <a:spLocks noChangeArrowheads="1"/>
                </p:cNvSpPr>
                <p:nvPr/>
              </p:nvSpPr>
              <p:spPr bwMode="auto">
                <a:xfrm>
                  <a:off x="26600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9" name="Rectangle 213"/>
                <p:cNvSpPr>
                  <a:spLocks noChangeArrowheads="1"/>
                </p:cNvSpPr>
                <p:nvPr/>
              </p:nvSpPr>
              <p:spPr bwMode="auto">
                <a:xfrm>
                  <a:off x="27057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0" name="Rectangle 214"/>
                <p:cNvSpPr>
                  <a:spLocks noChangeArrowheads="1"/>
                </p:cNvSpPr>
                <p:nvPr/>
              </p:nvSpPr>
              <p:spPr bwMode="auto">
                <a:xfrm>
                  <a:off x="27514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1" name="Rectangle 215"/>
                <p:cNvSpPr>
                  <a:spLocks noChangeArrowheads="1"/>
                </p:cNvSpPr>
                <p:nvPr/>
              </p:nvSpPr>
              <p:spPr bwMode="auto">
                <a:xfrm>
                  <a:off x="27971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2" name="Rectangle 216"/>
                <p:cNvSpPr>
                  <a:spLocks noChangeArrowheads="1"/>
                </p:cNvSpPr>
                <p:nvPr/>
              </p:nvSpPr>
              <p:spPr bwMode="auto">
                <a:xfrm>
                  <a:off x="28428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3" name="Rectangle 217"/>
                <p:cNvSpPr>
                  <a:spLocks noChangeArrowheads="1"/>
                </p:cNvSpPr>
                <p:nvPr/>
              </p:nvSpPr>
              <p:spPr bwMode="auto">
                <a:xfrm>
                  <a:off x="288861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4" name="Rectangle 218"/>
                <p:cNvSpPr>
                  <a:spLocks noChangeArrowheads="1"/>
                </p:cNvSpPr>
                <p:nvPr/>
              </p:nvSpPr>
              <p:spPr bwMode="auto">
                <a:xfrm>
                  <a:off x="293433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5" name="Rectangle 219"/>
                <p:cNvSpPr>
                  <a:spLocks noChangeArrowheads="1"/>
                </p:cNvSpPr>
                <p:nvPr/>
              </p:nvSpPr>
              <p:spPr bwMode="auto">
                <a:xfrm>
                  <a:off x="298005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6" name="Rectangle 220"/>
                <p:cNvSpPr>
                  <a:spLocks noChangeArrowheads="1"/>
                </p:cNvSpPr>
                <p:nvPr/>
              </p:nvSpPr>
              <p:spPr bwMode="auto">
                <a:xfrm>
                  <a:off x="302577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7" name="Rectangle 221"/>
                <p:cNvSpPr>
                  <a:spLocks noChangeArrowheads="1"/>
                </p:cNvSpPr>
                <p:nvPr/>
              </p:nvSpPr>
              <p:spPr bwMode="auto">
                <a:xfrm>
                  <a:off x="30714950" y="255428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8" name="Rectangle 222"/>
                <p:cNvSpPr>
                  <a:spLocks noChangeArrowheads="1"/>
                </p:cNvSpPr>
                <p:nvPr/>
              </p:nvSpPr>
              <p:spPr bwMode="auto">
                <a:xfrm>
                  <a:off x="18827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9" name="Rectangle 223"/>
                <p:cNvSpPr>
                  <a:spLocks noChangeArrowheads="1"/>
                </p:cNvSpPr>
                <p:nvPr/>
              </p:nvSpPr>
              <p:spPr bwMode="auto">
                <a:xfrm>
                  <a:off x="19284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0" name="Rectangle 224"/>
                <p:cNvSpPr>
                  <a:spLocks noChangeArrowheads="1"/>
                </p:cNvSpPr>
                <p:nvPr/>
              </p:nvSpPr>
              <p:spPr bwMode="auto">
                <a:xfrm>
                  <a:off x="19742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1" name="Rectangle 225"/>
                <p:cNvSpPr>
                  <a:spLocks noChangeArrowheads="1"/>
                </p:cNvSpPr>
                <p:nvPr/>
              </p:nvSpPr>
              <p:spPr bwMode="auto">
                <a:xfrm>
                  <a:off x="20199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2" name="Rectangle 226"/>
                <p:cNvSpPr>
                  <a:spLocks noChangeArrowheads="1"/>
                </p:cNvSpPr>
                <p:nvPr/>
              </p:nvSpPr>
              <p:spPr bwMode="auto">
                <a:xfrm>
                  <a:off x="20656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3" name="Rectangle 227"/>
                <p:cNvSpPr>
                  <a:spLocks noChangeArrowheads="1"/>
                </p:cNvSpPr>
                <p:nvPr/>
              </p:nvSpPr>
              <p:spPr bwMode="auto">
                <a:xfrm>
                  <a:off x="21113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4" name="Rectangle 228"/>
                <p:cNvSpPr>
                  <a:spLocks noChangeArrowheads="1"/>
                </p:cNvSpPr>
                <p:nvPr/>
              </p:nvSpPr>
              <p:spPr bwMode="auto">
                <a:xfrm>
                  <a:off x="21570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5" name="Rectangle 229"/>
                <p:cNvSpPr>
                  <a:spLocks noChangeArrowheads="1"/>
                </p:cNvSpPr>
                <p:nvPr/>
              </p:nvSpPr>
              <p:spPr bwMode="auto">
                <a:xfrm>
                  <a:off x="22028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6" name="Rectangle 230"/>
                <p:cNvSpPr>
                  <a:spLocks noChangeArrowheads="1"/>
                </p:cNvSpPr>
                <p:nvPr/>
              </p:nvSpPr>
              <p:spPr bwMode="auto">
                <a:xfrm>
                  <a:off x="22485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7" name="Rectangle 231"/>
                <p:cNvSpPr>
                  <a:spLocks noChangeArrowheads="1"/>
                </p:cNvSpPr>
                <p:nvPr/>
              </p:nvSpPr>
              <p:spPr bwMode="auto">
                <a:xfrm>
                  <a:off x="22942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8" name="Rectangle 232"/>
                <p:cNvSpPr>
                  <a:spLocks noChangeArrowheads="1"/>
                </p:cNvSpPr>
                <p:nvPr/>
              </p:nvSpPr>
              <p:spPr bwMode="auto">
                <a:xfrm>
                  <a:off x="23399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9" name="Rectangle 233"/>
                <p:cNvSpPr>
                  <a:spLocks noChangeArrowheads="1"/>
                </p:cNvSpPr>
                <p:nvPr/>
              </p:nvSpPr>
              <p:spPr bwMode="auto">
                <a:xfrm>
                  <a:off x="23856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0" name="Rectangle 234"/>
                <p:cNvSpPr>
                  <a:spLocks noChangeArrowheads="1"/>
                </p:cNvSpPr>
                <p:nvPr/>
              </p:nvSpPr>
              <p:spPr bwMode="auto">
                <a:xfrm>
                  <a:off x="24314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1" name="Rectangle 235"/>
                <p:cNvSpPr>
                  <a:spLocks noChangeArrowheads="1"/>
                </p:cNvSpPr>
                <p:nvPr/>
              </p:nvSpPr>
              <p:spPr bwMode="auto">
                <a:xfrm>
                  <a:off x="24771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2" name="Rectangle 236"/>
                <p:cNvSpPr>
                  <a:spLocks noChangeArrowheads="1"/>
                </p:cNvSpPr>
                <p:nvPr/>
              </p:nvSpPr>
              <p:spPr bwMode="auto">
                <a:xfrm>
                  <a:off x="25228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3" name="Rectangle 237"/>
                <p:cNvSpPr>
                  <a:spLocks noChangeArrowheads="1"/>
                </p:cNvSpPr>
                <p:nvPr/>
              </p:nvSpPr>
              <p:spPr bwMode="auto">
                <a:xfrm>
                  <a:off x="25685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4" name="Rectangle 238"/>
                <p:cNvSpPr>
                  <a:spLocks noChangeArrowheads="1"/>
                </p:cNvSpPr>
                <p:nvPr/>
              </p:nvSpPr>
              <p:spPr bwMode="auto">
                <a:xfrm>
                  <a:off x="26142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5" name="Rectangle 239"/>
                <p:cNvSpPr>
                  <a:spLocks noChangeArrowheads="1"/>
                </p:cNvSpPr>
                <p:nvPr/>
              </p:nvSpPr>
              <p:spPr bwMode="auto">
                <a:xfrm>
                  <a:off x="26600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6" name="Rectangle 240"/>
                <p:cNvSpPr>
                  <a:spLocks noChangeArrowheads="1"/>
                </p:cNvSpPr>
                <p:nvPr/>
              </p:nvSpPr>
              <p:spPr bwMode="auto">
                <a:xfrm>
                  <a:off x="27057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7" name="Rectangle 241"/>
                <p:cNvSpPr>
                  <a:spLocks noChangeArrowheads="1"/>
                </p:cNvSpPr>
                <p:nvPr/>
              </p:nvSpPr>
              <p:spPr bwMode="auto">
                <a:xfrm>
                  <a:off x="27514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8" name="Rectangle 242"/>
                <p:cNvSpPr>
                  <a:spLocks noChangeArrowheads="1"/>
                </p:cNvSpPr>
                <p:nvPr/>
              </p:nvSpPr>
              <p:spPr bwMode="auto">
                <a:xfrm>
                  <a:off x="27971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9" name="Rectangle 243"/>
                <p:cNvSpPr>
                  <a:spLocks noChangeArrowheads="1"/>
                </p:cNvSpPr>
                <p:nvPr/>
              </p:nvSpPr>
              <p:spPr bwMode="auto">
                <a:xfrm>
                  <a:off x="28428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0" name="Rectangle 244"/>
                <p:cNvSpPr>
                  <a:spLocks noChangeArrowheads="1"/>
                </p:cNvSpPr>
                <p:nvPr/>
              </p:nvSpPr>
              <p:spPr bwMode="auto">
                <a:xfrm>
                  <a:off x="288861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1" name="Rectangle 245"/>
                <p:cNvSpPr>
                  <a:spLocks noChangeArrowheads="1"/>
                </p:cNvSpPr>
                <p:nvPr/>
              </p:nvSpPr>
              <p:spPr bwMode="auto">
                <a:xfrm>
                  <a:off x="293433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2" name="Rectangle 246"/>
                <p:cNvSpPr>
                  <a:spLocks noChangeArrowheads="1"/>
                </p:cNvSpPr>
                <p:nvPr/>
              </p:nvSpPr>
              <p:spPr bwMode="auto">
                <a:xfrm>
                  <a:off x="298005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3" name="Rectangle 247"/>
                <p:cNvSpPr>
                  <a:spLocks noChangeArrowheads="1"/>
                </p:cNvSpPr>
                <p:nvPr/>
              </p:nvSpPr>
              <p:spPr bwMode="auto">
                <a:xfrm>
                  <a:off x="302577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4" name="Rectangle 248"/>
                <p:cNvSpPr>
                  <a:spLocks noChangeArrowheads="1"/>
                </p:cNvSpPr>
                <p:nvPr/>
              </p:nvSpPr>
              <p:spPr bwMode="auto">
                <a:xfrm>
                  <a:off x="30714950" y="2924175"/>
                  <a:ext cx="457200" cy="373063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5" name="Rectangle 249"/>
                <p:cNvSpPr>
                  <a:spLocks noChangeArrowheads="1"/>
                </p:cNvSpPr>
                <p:nvPr/>
              </p:nvSpPr>
              <p:spPr bwMode="auto">
                <a:xfrm>
                  <a:off x="18827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6" name="Rectangle 250"/>
                <p:cNvSpPr>
                  <a:spLocks noChangeArrowheads="1"/>
                </p:cNvSpPr>
                <p:nvPr/>
              </p:nvSpPr>
              <p:spPr bwMode="auto">
                <a:xfrm>
                  <a:off x="19284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7" name="Rectangle 251"/>
                <p:cNvSpPr>
                  <a:spLocks noChangeArrowheads="1"/>
                </p:cNvSpPr>
                <p:nvPr/>
              </p:nvSpPr>
              <p:spPr bwMode="auto">
                <a:xfrm>
                  <a:off x="19742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8" name="Rectangle 252"/>
                <p:cNvSpPr>
                  <a:spLocks noChangeArrowheads="1"/>
                </p:cNvSpPr>
                <p:nvPr/>
              </p:nvSpPr>
              <p:spPr bwMode="auto">
                <a:xfrm>
                  <a:off x="20199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9" name="Rectangle 253"/>
                <p:cNvSpPr>
                  <a:spLocks noChangeArrowheads="1"/>
                </p:cNvSpPr>
                <p:nvPr/>
              </p:nvSpPr>
              <p:spPr bwMode="auto">
                <a:xfrm>
                  <a:off x="20656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0" name="Rectangle 254"/>
                <p:cNvSpPr>
                  <a:spLocks noChangeArrowheads="1"/>
                </p:cNvSpPr>
                <p:nvPr/>
              </p:nvSpPr>
              <p:spPr bwMode="auto">
                <a:xfrm>
                  <a:off x="21113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1" name="Rectangle 255"/>
                <p:cNvSpPr>
                  <a:spLocks noChangeArrowheads="1"/>
                </p:cNvSpPr>
                <p:nvPr/>
              </p:nvSpPr>
              <p:spPr bwMode="auto">
                <a:xfrm>
                  <a:off x="21570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2" name="Rectangle 256"/>
                <p:cNvSpPr>
                  <a:spLocks noChangeArrowheads="1"/>
                </p:cNvSpPr>
                <p:nvPr/>
              </p:nvSpPr>
              <p:spPr bwMode="auto">
                <a:xfrm>
                  <a:off x="22028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3" name="Rectangle 257"/>
                <p:cNvSpPr>
                  <a:spLocks noChangeArrowheads="1"/>
                </p:cNvSpPr>
                <p:nvPr/>
              </p:nvSpPr>
              <p:spPr bwMode="auto">
                <a:xfrm>
                  <a:off x="22485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4" name="Rectangle 258"/>
                <p:cNvSpPr>
                  <a:spLocks noChangeArrowheads="1"/>
                </p:cNvSpPr>
                <p:nvPr/>
              </p:nvSpPr>
              <p:spPr bwMode="auto">
                <a:xfrm>
                  <a:off x="22942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5" name="Rectangle 259"/>
                <p:cNvSpPr>
                  <a:spLocks noChangeArrowheads="1"/>
                </p:cNvSpPr>
                <p:nvPr/>
              </p:nvSpPr>
              <p:spPr bwMode="auto">
                <a:xfrm>
                  <a:off x="23399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6" name="Rectangle 260"/>
                <p:cNvSpPr>
                  <a:spLocks noChangeArrowheads="1"/>
                </p:cNvSpPr>
                <p:nvPr/>
              </p:nvSpPr>
              <p:spPr bwMode="auto">
                <a:xfrm>
                  <a:off x="23856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7" name="Rectangle 261"/>
                <p:cNvSpPr>
                  <a:spLocks noChangeArrowheads="1"/>
                </p:cNvSpPr>
                <p:nvPr/>
              </p:nvSpPr>
              <p:spPr bwMode="auto">
                <a:xfrm>
                  <a:off x="24314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8" name="Rectangle 262"/>
                <p:cNvSpPr>
                  <a:spLocks noChangeArrowheads="1"/>
                </p:cNvSpPr>
                <p:nvPr/>
              </p:nvSpPr>
              <p:spPr bwMode="auto">
                <a:xfrm>
                  <a:off x="24771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9" name="Rectangle 263"/>
                <p:cNvSpPr>
                  <a:spLocks noChangeArrowheads="1"/>
                </p:cNvSpPr>
                <p:nvPr/>
              </p:nvSpPr>
              <p:spPr bwMode="auto">
                <a:xfrm>
                  <a:off x="25228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0" name="Rectangle 264"/>
                <p:cNvSpPr>
                  <a:spLocks noChangeArrowheads="1"/>
                </p:cNvSpPr>
                <p:nvPr/>
              </p:nvSpPr>
              <p:spPr bwMode="auto">
                <a:xfrm>
                  <a:off x="25685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1" name="Rectangle 265"/>
                <p:cNvSpPr>
                  <a:spLocks noChangeArrowheads="1"/>
                </p:cNvSpPr>
                <p:nvPr/>
              </p:nvSpPr>
              <p:spPr bwMode="auto">
                <a:xfrm>
                  <a:off x="26142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2" name="Rectangle 266"/>
                <p:cNvSpPr>
                  <a:spLocks noChangeArrowheads="1"/>
                </p:cNvSpPr>
                <p:nvPr/>
              </p:nvSpPr>
              <p:spPr bwMode="auto">
                <a:xfrm>
                  <a:off x="26600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3" name="Rectangle 267"/>
                <p:cNvSpPr>
                  <a:spLocks noChangeArrowheads="1"/>
                </p:cNvSpPr>
                <p:nvPr/>
              </p:nvSpPr>
              <p:spPr bwMode="auto">
                <a:xfrm>
                  <a:off x="27057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4" name="Rectangle 268"/>
                <p:cNvSpPr>
                  <a:spLocks noChangeArrowheads="1"/>
                </p:cNvSpPr>
                <p:nvPr/>
              </p:nvSpPr>
              <p:spPr bwMode="auto">
                <a:xfrm>
                  <a:off x="27514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5" name="Rectangle 269"/>
                <p:cNvSpPr>
                  <a:spLocks noChangeArrowheads="1"/>
                </p:cNvSpPr>
                <p:nvPr/>
              </p:nvSpPr>
              <p:spPr bwMode="auto">
                <a:xfrm>
                  <a:off x="27971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6" name="Rectangle 270"/>
                <p:cNvSpPr>
                  <a:spLocks noChangeArrowheads="1"/>
                </p:cNvSpPr>
                <p:nvPr/>
              </p:nvSpPr>
              <p:spPr bwMode="auto">
                <a:xfrm>
                  <a:off x="28428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7" name="Rectangle 271"/>
                <p:cNvSpPr>
                  <a:spLocks noChangeArrowheads="1"/>
                </p:cNvSpPr>
                <p:nvPr/>
              </p:nvSpPr>
              <p:spPr bwMode="auto">
                <a:xfrm>
                  <a:off x="288861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8" name="Rectangle 272"/>
                <p:cNvSpPr>
                  <a:spLocks noChangeArrowheads="1"/>
                </p:cNvSpPr>
                <p:nvPr/>
              </p:nvSpPr>
              <p:spPr bwMode="auto">
                <a:xfrm>
                  <a:off x="293433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9" name="Rectangle 273"/>
                <p:cNvSpPr>
                  <a:spLocks noChangeArrowheads="1"/>
                </p:cNvSpPr>
                <p:nvPr/>
              </p:nvSpPr>
              <p:spPr bwMode="auto">
                <a:xfrm>
                  <a:off x="298005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0" name="Rectangle 274"/>
                <p:cNvSpPr>
                  <a:spLocks noChangeArrowheads="1"/>
                </p:cNvSpPr>
                <p:nvPr/>
              </p:nvSpPr>
              <p:spPr bwMode="auto">
                <a:xfrm>
                  <a:off x="302577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1" name="Rectangle 275"/>
                <p:cNvSpPr>
                  <a:spLocks noChangeArrowheads="1"/>
                </p:cNvSpPr>
                <p:nvPr/>
              </p:nvSpPr>
              <p:spPr bwMode="auto">
                <a:xfrm>
                  <a:off x="30714950" y="3297237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2" name="Rectangle 276"/>
                <p:cNvSpPr>
                  <a:spLocks noChangeArrowheads="1"/>
                </p:cNvSpPr>
                <p:nvPr/>
              </p:nvSpPr>
              <p:spPr bwMode="auto">
                <a:xfrm>
                  <a:off x="18827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3" name="Rectangle 277"/>
                <p:cNvSpPr>
                  <a:spLocks noChangeArrowheads="1"/>
                </p:cNvSpPr>
                <p:nvPr/>
              </p:nvSpPr>
              <p:spPr bwMode="auto">
                <a:xfrm>
                  <a:off x="19284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4" name="Rectangle 278"/>
                <p:cNvSpPr>
                  <a:spLocks noChangeArrowheads="1"/>
                </p:cNvSpPr>
                <p:nvPr/>
              </p:nvSpPr>
              <p:spPr bwMode="auto">
                <a:xfrm>
                  <a:off x="19742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5" name="Rectangle 279"/>
                <p:cNvSpPr>
                  <a:spLocks noChangeArrowheads="1"/>
                </p:cNvSpPr>
                <p:nvPr/>
              </p:nvSpPr>
              <p:spPr bwMode="auto">
                <a:xfrm>
                  <a:off x="20199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6" name="Rectangle 280"/>
                <p:cNvSpPr>
                  <a:spLocks noChangeArrowheads="1"/>
                </p:cNvSpPr>
                <p:nvPr/>
              </p:nvSpPr>
              <p:spPr bwMode="auto">
                <a:xfrm>
                  <a:off x="20656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7" name="Rectangle 281"/>
                <p:cNvSpPr>
                  <a:spLocks noChangeArrowheads="1"/>
                </p:cNvSpPr>
                <p:nvPr/>
              </p:nvSpPr>
              <p:spPr bwMode="auto">
                <a:xfrm>
                  <a:off x="21113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8" name="Rectangle 282"/>
                <p:cNvSpPr>
                  <a:spLocks noChangeArrowheads="1"/>
                </p:cNvSpPr>
                <p:nvPr/>
              </p:nvSpPr>
              <p:spPr bwMode="auto">
                <a:xfrm>
                  <a:off x="21570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9" name="Rectangle 283"/>
                <p:cNvSpPr>
                  <a:spLocks noChangeArrowheads="1"/>
                </p:cNvSpPr>
                <p:nvPr/>
              </p:nvSpPr>
              <p:spPr bwMode="auto">
                <a:xfrm>
                  <a:off x="22028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0" name="Rectangle 284"/>
                <p:cNvSpPr>
                  <a:spLocks noChangeArrowheads="1"/>
                </p:cNvSpPr>
                <p:nvPr/>
              </p:nvSpPr>
              <p:spPr bwMode="auto">
                <a:xfrm>
                  <a:off x="22485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1" name="Rectangle 285"/>
                <p:cNvSpPr>
                  <a:spLocks noChangeArrowheads="1"/>
                </p:cNvSpPr>
                <p:nvPr/>
              </p:nvSpPr>
              <p:spPr bwMode="auto">
                <a:xfrm>
                  <a:off x="22942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2" name="Rectangle 286"/>
                <p:cNvSpPr>
                  <a:spLocks noChangeArrowheads="1"/>
                </p:cNvSpPr>
                <p:nvPr/>
              </p:nvSpPr>
              <p:spPr bwMode="auto">
                <a:xfrm>
                  <a:off x="23399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3" name="Rectangle 287"/>
                <p:cNvSpPr>
                  <a:spLocks noChangeArrowheads="1"/>
                </p:cNvSpPr>
                <p:nvPr/>
              </p:nvSpPr>
              <p:spPr bwMode="auto">
                <a:xfrm>
                  <a:off x="23856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4" name="Rectangle 288"/>
                <p:cNvSpPr>
                  <a:spLocks noChangeArrowheads="1"/>
                </p:cNvSpPr>
                <p:nvPr/>
              </p:nvSpPr>
              <p:spPr bwMode="auto">
                <a:xfrm>
                  <a:off x="24314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5" name="Rectangle 289"/>
                <p:cNvSpPr>
                  <a:spLocks noChangeArrowheads="1"/>
                </p:cNvSpPr>
                <p:nvPr/>
              </p:nvSpPr>
              <p:spPr bwMode="auto">
                <a:xfrm>
                  <a:off x="24771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6" name="Rectangle 290"/>
                <p:cNvSpPr>
                  <a:spLocks noChangeArrowheads="1"/>
                </p:cNvSpPr>
                <p:nvPr/>
              </p:nvSpPr>
              <p:spPr bwMode="auto">
                <a:xfrm>
                  <a:off x="25228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7" name="Rectangle 291"/>
                <p:cNvSpPr>
                  <a:spLocks noChangeArrowheads="1"/>
                </p:cNvSpPr>
                <p:nvPr/>
              </p:nvSpPr>
              <p:spPr bwMode="auto">
                <a:xfrm>
                  <a:off x="25685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8" name="Rectangle 292"/>
                <p:cNvSpPr>
                  <a:spLocks noChangeArrowheads="1"/>
                </p:cNvSpPr>
                <p:nvPr/>
              </p:nvSpPr>
              <p:spPr bwMode="auto">
                <a:xfrm>
                  <a:off x="26142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9" name="Rectangle 293"/>
                <p:cNvSpPr>
                  <a:spLocks noChangeArrowheads="1"/>
                </p:cNvSpPr>
                <p:nvPr/>
              </p:nvSpPr>
              <p:spPr bwMode="auto">
                <a:xfrm>
                  <a:off x="26600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0" name="Rectangle 294"/>
                <p:cNvSpPr>
                  <a:spLocks noChangeArrowheads="1"/>
                </p:cNvSpPr>
                <p:nvPr/>
              </p:nvSpPr>
              <p:spPr bwMode="auto">
                <a:xfrm>
                  <a:off x="27057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1" name="Rectangle 295"/>
                <p:cNvSpPr>
                  <a:spLocks noChangeArrowheads="1"/>
                </p:cNvSpPr>
                <p:nvPr/>
              </p:nvSpPr>
              <p:spPr bwMode="auto">
                <a:xfrm>
                  <a:off x="27514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2" name="Rectangle 296"/>
                <p:cNvSpPr>
                  <a:spLocks noChangeArrowheads="1"/>
                </p:cNvSpPr>
                <p:nvPr/>
              </p:nvSpPr>
              <p:spPr bwMode="auto">
                <a:xfrm>
                  <a:off x="27971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3" name="Rectangle 297"/>
                <p:cNvSpPr>
                  <a:spLocks noChangeArrowheads="1"/>
                </p:cNvSpPr>
                <p:nvPr/>
              </p:nvSpPr>
              <p:spPr bwMode="auto">
                <a:xfrm>
                  <a:off x="28428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4" name="Rectangle 298"/>
                <p:cNvSpPr>
                  <a:spLocks noChangeArrowheads="1"/>
                </p:cNvSpPr>
                <p:nvPr/>
              </p:nvSpPr>
              <p:spPr bwMode="auto">
                <a:xfrm>
                  <a:off x="288861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5" name="Rectangle 299"/>
                <p:cNvSpPr>
                  <a:spLocks noChangeArrowheads="1"/>
                </p:cNvSpPr>
                <p:nvPr/>
              </p:nvSpPr>
              <p:spPr bwMode="auto">
                <a:xfrm>
                  <a:off x="293433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6" name="Rectangle 300"/>
                <p:cNvSpPr>
                  <a:spLocks noChangeArrowheads="1"/>
                </p:cNvSpPr>
                <p:nvPr/>
              </p:nvSpPr>
              <p:spPr bwMode="auto">
                <a:xfrm>
                  <a:off x="298005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7" name="Rectangle 301"/>
                <p:cNvSpPr>
                  <a:spLocks noChangeArrowheads="1"/>
                </p:cNvSpPr>
                <p:nvPr/>
              </p:nvSpPr>
              <p:spPr bwMode="auto">
                <a:xfrm>
                  <a:off x="302577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8" name="Rectangle 302"/>
                <p:cNvSpPr>
                  <a:spLocks noChangeArrowheads="1"/>
                </p:cNvSpPr>
                <p:nvPr/>
              </p:nvSpPr>
              <p:spPr bwMode="auto">
                <a:xfrm>
                  <a:off x="30714950" y="3667125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9" name="Rectangle 303"/>
                <p:cNvSpPr>
                  <a:spLocks noChangeArrowheads="1"/>
                </p:cNvSpPr>
                <p:nvPr/>
              </p:nvSpPr>
              <p:spPr bwMode="auto">
                <a:xfrm>
                  <a:off x="18827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0" name="Rectangle 304"/>
                <p:cNvSpPr>
                  <a:spLocks noChangeArrowheads="1"/>
                </p:cNvSpPr>
                <p:nvPr/>
              </p:nvSpPr>
              <p:spPr bwMode="auto">
                <a:xfrm>
                  <a:off x="19284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1" name="Rectangle 305"/>
                <p:cNvSpPr>
                  <a:spLocks noChangeArrowheads="1"/>
                </p:cNvSpPr>
                <p:nvPr/>
              </p:nvSpPr>
              <p:spPr bwMode="auto">
                <a:xfrm>
                  <a:off x="19742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2" name="Rectangle 306"/>
                <p:cNvSpPr>
                  <a:spLocks noChangeArrowheads="1"/>
                </p:cNvSpPr>
                <p:nvPr/>
              </p:nvSpPr>
              <p:spPr bwMode="auto">
                <a:xfrm>
                  <a:off x="20199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3" name="Rectangle 307"/>
                <p:cNvSpPr>
                  <a:spLocks noChangeArrowheads="1"/>
                </p:cNvSpPr>
                <p:nvPr/>
              </p:nvSpPr>
              <p:spPr bwMode="auto">
                <a:xfrm>
                  <a:off x="20656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4" name="Rectangle 308"/>
                <p:cNvSpPr>
                  <a:spLocks noChangeArrowheads="1"/>
                </p:cNvSpPr>
                <p:nvPr/>
              </p:nvSpPr>
              <p:spPr bwMode="auto">
                <a:xfrm>
                  <a:off x="21113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5" name="Rectangle 309"/>
                <p:cNvSpPr>
                  <a:spLocks noChangeArrowheads="1"/>
                </p:cNvSpPr>
                <p:nvPr/>
              </p:nvSpPr>
              <p:spPr bwMode="auto">
                <a:xfrm>
                  <a:off x="21570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6" name="Rectangle 310"/>
                <p:cNvSpPr>
                  <a:spLocks noChangeArrowheads="1"/>
                </p:cNvSpPr>
                <p:nvPr/>
              </p:nvSpPr>
              <p:spPr bwMode="auto">
                <a:xfrm>
                  <a:off x="22028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7" name="Rectangle 311"/>
                <p:cNvSpPr>
                  <a:spLocks noChangeArrowheads="1"/>
                </p:cNvSpPr>
                <p:nvPr/>
              </p:nvSpPr>
              <p:spPr bwMode="auto">
                <a:xfrm>
                  <a:off x="22485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8" name="Rectangle 312"/>
                <p:cNvSpPr>
                  <a:spLocks noChangeArrowheads="1"/>
                </p:cNvSpPr>
                <p:nvPr/>
              </p:nvSpPr>
              <p:spPr bwMode="auto">
                <a:xfrm>
                  <a:off x="22942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9" name="Rectangle 313"/>
                <p:cNvSpPr>
                  <a:spLocks noChangeArrowheads="1"/>
                </p:cNvSpPr>
                <p:nvPr/>
              </p:nvSpPr>
              <p:spPr bwMode="auto">
                <a:xfrm>
                  <a:off x="23399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0" name="Rectangle 314"/>
                <p:cNvSpPr>
                  <a:spLocks noChangeArrowheads="1"/>
                </p:cNvSpPr>
                <p:nvPr/>
              </p:nvSpPr>
              <p:spPr bwMode="auto">
                <a:xfrm>
                  <a:off x="23856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1" name="Rectangle 315"/>
                <p:cNvSpPr>
                  <a:spLocks noChangeArrowheads="1"/>
                </p:cNvSpPr>
                <p:nvPr/>
              </p:nvSpPr>
              <p:spPr bwMode="auto">
                <a:xfrm>
                  <a:off x="24314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2" name="Rectangle 316"/>
                <p:cNvSpPr>
                  <a:spLocks noChangeArrowheads="1"/>
                </p:cNvSpPr>
                <p:nvPr/>
              </p:nvSpPr>
              <p:spPr bwMode="auto">
                <a:xfrm>
                  <a:off x="24771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3" name="Rectangle 317"/>
                <p:cNvSpPr>
                  <a:spLocks noChangeArrowheads="1"/>
                </p:cNvSpPr>
                <p:nvPr/>
              </p:nvSpPr>
              <p:spPr bwMode="auto">
                <a:xfrm>
                  <a:off x="25228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4" name="Rectangle 318"/>
                <p:cNvSpPr>
                  <a:spLocks noChangeArrowheads="1"/>
                </p:cNvSpPr>
                <p:nvPr/>
              </p:nvSpPr>
              <p:spPr bwMode="auto">
                <a:xfrm>
                  <a:off x="25685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5" name="Rectangle 319"/>
                <p:cNvSpPr>
                  <a:spLocks noChangeArrowheads="1"/>
                </p:cNvSpPr>
                <p:nvPr/>
              </p:nvSpPr>
              <p:spPr bwMode="auto">
                <a:xfrm>
                  <a:off x="26142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6" name="Rectangle 320"/>
                <p:cNvSpPr>
                  <a:spLocks noChangeArrowheads="1"/>
                </p:cNvSpPr>
                <p:nvPr/>
              </p:nvSpPr>
              <p:spPr bwMode="auto">
                <a:xfrm>
                  <a:off x="26600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7" name="Rectangle 321"/>
                <p:cNvSpPr>
                  <a:spLocks noChangeArrowheads="1"/>
                </p:cNvSpPr>
                <p:nvPr/>
              </p:nvSpPr>
              <p:spPr bwMode="auto">
                <a:xfrm>
                  <a:off x="27057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8" name="Rectangle 322"/>
                <p:cNvSpPr>
                  <a:spLocks noChangeArrowheads="1"/>
                </p:cNvSpPr>
                <p:nvPr/>
              </p:nvSpPr>
              <p:spPr bwMode="auto">
                <a:xfrm>
                  <a:off x="27514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9" name="Rectangle 323"/>
                <p:cNvSpPr>
                  <a:spLocks noChangeArrowheads="1"/>
                </p:cNvSpPr>
                <p:nvPr/>
              </p:nvSpPr>
              <p:spPr bwMode="auto">
                <a:xfrm>
                  <a:off x="27971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0" name="Rectangle 324"/>
                <p:cNvSpPr>
                  <a:spLocks noChangeArrowheads="1"/>
                </p:cNvSpPr>
                <p:nvPr/>
              </p:nvSpPr>
              <p:spPr bwMode="auto">
                <a:xfrm>
                  <a:off x="28428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1" name="Rectangle 325"/>
                <p:cNvSpPr>
                  <a:spLocks noChangeArrowheads="1"/>
                </p:cNvSpPr>
                <p:nvPr/>
              </p:nvSpPr>
              <p:spPr bwMode="auto">
                <a:xfrm>
                  <a:off x="288861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2" name="Rectangle 326"/>
                <p:cNvSpPr>
                  <a:spLocks noChangeArrowheads="1"/>
                </p:cNvSpPr>
                <p:nvPr/>
              </p:nvSpPr>
              <p:spPr bwMode="auto">
                <a:xfrm>
                  <a:off x="293433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3" name="Rectangle 327"/>
                <p:cNvSpPr>
                  <a:spLocks noChangeArrowheads="1"/>
                </p:cNvSpPr>
                <p:nvPr/>
              </p:nvSpPr>
              <p:spPr bwMode="auto">
                <a:xfrm>
                  <a:off x="298005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4" name="Rectangle 328"/>
                <p:cNvSpPr>
                  <a:spLocks noChangeArrowheads="1"/>
                </p:cNvSpPr>
                <p:nvPr/>
              </p:nvSpPr>
              <p:spPr bwMode="auto">
                <a:xfrm>
                  <a:off x="302577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5" name="Rectangle 329"/>
                <p:cNvSpPr>
                  <a:spLocks noChangeArrowheads="1"/>
                </p:cNvSpPr>
                <p:nvPr/>
              </p:nvSpPr>
              <p:spPr bwMode="auto">
                <a:xfrm>
                  <a:off x="30714950" y="4037012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6" name="Rectangle 330"/>
                <p:cNvSpPr>
                  <a:spLocks noChangeArrowheads="1"/>
                </p:cNvSpPr>
                <p:nvPr/>
              </p:nvSpPr>
              <p:spPr bwMode="auto">
                <a:xfrm>
                  <a:off x="18827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7" name="Rectangle 331"/>
                <p:cNvSpPr>
                  <a:spLocks noChangeArrowheads="1"/>
                </p:cNvSpPr>
                <p:nvPr/>
              </p:nvSpPr>
              <p:spPr bwMode="auto">
                <a:xfrm>
                  <a:off x="19284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8" name="Rectangle 332"/>
                <p:cNvSpPr>
                  <a:spLocks noChangeArrowheads="1"/>
                </p:cNvSpPr>
                <p:nvPr/>
              </p:nvSpPr>
              <p:spPr bwMode="auto">
                <a:xfrm>
                  <a:off x="19742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9" name="Rectangle 333"/>
                <p:cNvSpPr>
                  <a:spLocks noChangeArrowheads="1"/>
                </p:cNvSpPr>
                <p:nvPr/>
              </p:nvSpPr>
              <p:spPr bwMode="auto">
                <a:xfrm>
                  <a:off x="20199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0" name="Rectangle 334"/>
                <p:cNvSpPr>
                  <a:spLocks noChangeArrowheads="1"/>
                </p:cNvSpPr>
                <p:nvPr/>
              </p:nvSpPr>
              <p:spPr bwMode="auto">
                <a:xfrm>
                  <a:off x="20656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1" name="Rectangle 335"/>
                <p:cNvSpPr>
                  <a:spLocks noChangeArrowheads="1"/>
                </p:cNvSpPr>
                <p:nvPr/>
              </p:nvSpPr>
              <p:spPr bwMode="auto">
                <a:xfrm>
                  <a:off x="21113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2" name="Rectangle 336"/>
                <p:cNvSpPr>
                  <a:spLocks noChangeArrowheads="1"/>
                </p:cNvSpPr>
                <p:nvPr/>
              </p:nvSpPr>
              <p:spPr bwMode="auto">
                <a:xfrm>
                  <a:off x="21570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3" name="Rectangle 337"/>
                <p:cNvSpPr>
                  <a:spLocks noChangeArrowheads="1"/>
                </p:cNvSpPr>
                <p:nvPr/>
              </p:nvSpPr>
              <p:spPr bwMode="auto">
                <a:xfrm>
                  <a:off x="22028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4" name="Rectangle 338"/>
                <p:cNvSpPr>
                  <a:spLocks noChangeArrowheads="1"/>
                </p:cNvSpPr>
                <p:nvPr/>
              </p:nvSpPr>
              <p:spPr bwMode="auto">
                <a:xfrm>
                  <a:off x="22485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5" name="Rectangle 339"/>
                <p:cNvSpPr>
                  <a:spLocks noChangeArrowheads="1"/>
                </p:cNvSpPr>
                <p:nvPr/>
              </p:nvSpPr>
              <p:spPr bwMode="auto">
                <a:xfrm>
                  <a:off x="22942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6" name="Rectangle 340"/>
                <p:cNvSpPr>
                  <a:spLocks noChangeArrowheads="1"/>
                </p:cNvSpPr>
                <p:nvPr/>
              </p:nvSpPr>
              <p:spPr bwMode="auto">
                <a:xfrm>
                  <a:off x="23399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7" name="Rectangle 341"/>
                <p:cNvSpPr>
                  <a:spLocks noChangeArrowheads="1"/>
                </p:cNvSpPr>
                <p:nvPr/>
              </p:nvSpPr>
              <p:spPr bwMode="auto">
                <a:xfrm>
                  <a:off x="23856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8" name="Rectangle 342"/>
                <p:cNvSpPr>
                  <a:spLocks noChangeArrowheads="1"/>
                </p:cNvSpPr>
                <p:nvPr/>
              </p:nvSpPr>
              <p:spPr bwMode="auto">
                <a:xfrm>
                  <a:off x="24314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9" name="Rectangle 343"/>
                <p:cNvSpPr>
                  <a:spLocks noChangeArrowheads="1"/>
                </p:cNvSpPr>
                <p:nvPr/>
              </p:nvSpPr>
              <p:spPr bwMode="auto">
                <a:xfrm>
                  <a:off x="24771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0" name="Rectangle 344"/>
                <p:cNvSpPr>
                  <a:spLocks noChangeArrowheads="1"/>
                </p:cNvSpPr>
                <p:nvPr/>
              </p:nvSpPr>
              <p:spPr bwMode="auto">
                <a:xfrm>
                  <a:off x="25228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1" name="Rectangle 345"/>
                <p:cNvSpPr>
                  <a:spLocks noChangeArrowheads="1"/>
                </p:cNvSpPr>
                <p:nvPr/>
              </p:nvSpPr>
              <p:spPr bwMode="auto">
                <a:xfrm>
                  <a:off x="25685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2" name="Rectangle 346"/>
                <p:cNvSpPr>
                  <a:spLocks noChangeArrowheads="1"/>
                </p:cNvSpPr>
                <p:nvPr/>
              </p:nvSpPr>
              <p:spPr bwMode="auto">
                <a:xfrm>
                  <a:off x="26142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3" name="Rectangle 347"/>
                <p:cNvSpPr>
                  <a:spLocks noChangeArrowheads="1"/>
                </p:cNvSpPr>
                <p:nvPr/>
              </p:nvSpPr>
              <p:spPr bwMode="auto">
                <a:xfrm>
                  <a:off x="26600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4" name="Rectangle 348"/>
                <p:cNvSpPr>
                  <a:spLocks noChangeArrowheads="1"/>
                </p:cNvSpPr>
                <p:nvPr/>
              </p:nvSpPr>
              <p:spPr bwMode="auto">
                <a:xfrm>
                  <a:off x="27057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5" name="Rectangle 349"/>
                <p:cNvSpPr>
                  <a:spLocks noChangeArrowheads="1"/>
                </p:cNvSpPr>
                <p:nvPr/>
              </p:nvSpPr>
              <p:spPr bwMode="auto">
                <a:xfrm>
                  <a:off x="27514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6" name="Rectangle 350"/>
                <p:cNvSpPr>
                  <a:spLocks noChangeArrowheads="1"/>
                </p:cNvSpPr>
                <p:nvPr/>
              </p:nvSpPr>
              <p:spPr bwMode="auto">
                <a:xfrm>
                  <a:off x="27971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7" name="Rectangle 351"/>
                <p:cNvSpPr>
                  <a:spLocks noChangeArrowheads="1"/>
                </p:cNvSpPr>
                <p:nvPr/>
              </p:nvSpPr>
              <p:spPr bwMode="auto">
                <a:xfrm>
                  <a:off x="28428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8" name="Rectangle 352"/>
                <p:cNvSpPr>
                  <a:spLocks noChangeArrowheads="1"/>
                </p:cNvSpPr>
                <p:nvPr/>
              </p:nvSpPr>
              <p:spPr bwMode="auto">
                <a:xfrm>
                  <a:off x="288861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9" name="Rectangle 353"/>
                <p:cNvSpPr>
                  <a:spLocks noChangeArrowheads="1"/>
                </p:cNvSpPr>
                <p:nvPr/>
              </p:nvSpPr>
              <p:spPr bwMode="auto">
                <a:xfrm>
                  <a:off x="293433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0" name="Rectangle 354"/>
                <p:cNvSpPr>
                  <a:spLocks noChangeArrowheads="1"/>
                </p:cNvSpPr>
                <p:nvPr/>
              </p:nvSpPr>
              <p:spPr bwMode="auto">
                <a:xfrm>
                  <a:off x="298005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1" name="Rectangle 355"/>
                <p:cNvSpPr>
                  <a:spLocks noChangeArrowheads="1"/>
                </p:cNvSpPr>
                <p:nvPr/>
              </p:nvSpPr>
              <p:spPr bwMode="auto">
                <a:xfrm>
                  <a:off x="302577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2" name="Rectangle 356"/>
                <p:cNvSpPr>
                  <a:spLocks noChangeArrowheads="1"/>
                </p:cNvSpPr>
                <p:nvPr/>
              </p:nvSpPr>
              <p:spPr bwMode="auto">
                <a:xfrm>
                  <a:off x="30714950" y="4408487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3" name="Rectangle 357"/>
                <p:cNvSpPr>
                  <a:spLocks noChangeArrowheads="1"/>
                </p:cNvSpPr>
                <p:nvPr/>
              </p:nvSpPr>
              <p:spPr bwMode="auto">
                <a:xfrm>
                  <a:off x="18827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4" name="Rectangle 358"/>
                <p:cNvSpPr>
                  <a:spLocks noChangeArrowheads="1"/>
                </p:cNvSpPr>
                <p:nvPr/>
              </p:nvSpPr>
              <p:spPr bwMode="auto">
                <a:xfrm>
                  <a:off x="19284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5" name="Rectangle 359"/>
                <p:cNvSpPr>
                  <a:spLocks noChangeArrowheads="1"/>
                </p:cNvSpPr>
                <p:nvPr/>
              </p:nvSpPr>
              <p:spPr bwMode="auto">
                <a:xfrm>
                  <a:off x="19742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6" name="Rectangle 360"/>
                <p:cNvSpPr>
                  <a:spLocks noChangeArrowheads="1"/>
                </p:cNvSpPr>
                <p:nvPr/>
              </p:nvSpPr>
              <p:spPr bwMode="auto">
                <a:xfrm>
                  <a:off x="20199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7" name="Rectangle 361"/>
                <p:cNvSpPr>
                  <a:spLocks noChangeArrowheads="1"/>
                </p:cNvSpPr>
                <p:nvPr/>
              </p:nvSpPr>
              <p:spPr bwMode="auto">
                <a:xfrm>
                  <a:off x="20656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8" name="Rectangle 362"/>
                <p:cNvSpPr>
                  <a:spLocks noChangeArrowheads="1"/>
                </p:cNvSpPr>
                <p:nvPr/>
              </p:nvSpPr>
              <p:spPr bwMode="auto">
                <a:xfrm>
                  <a:off x="21113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9" name="Rectangle 363"/>
                <p:cNvSpPr>
                  <a:spLocks noChangeArrowheads="1"/>
                </p:cNvSpPr>
                <p:nvPr/>
              </p:nvSpPr>
              <p:spPr bwMode="auto">
                <a:xfrm>
                  <a:off x="21570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0" name="Rectangle 364"/>
                <p:cNvSpPr>
                  <a:spLocks noChangeArrowheads="1"/>
                </p:cNvSpPr>
                <p:nvPr/>
              </p:nvSpPr>
              <p:spPr bwMode="auto">
                <a:xfrm>
                  <a:off x="22028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1" name="Rectangle 365"/>
                <p:cNvSpPr>
                  <a:spLocks noChangeArrowheads="1"/>
                </p:cNvSpPr>
                <p:nvPr/>
              </p:nvSpPr>
              <p:spPr bwMode="auto">
                <a:xfrm>
                  <a:off x="22485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2" name="Rectangle 366"/>
                <p:cNvSpPr>
                  <a:spLocks noChangeArrowheads="1"/>
                </p:cNvSpPr>
                <p:nvPr/>
              </p:nvSpPr>
              <p:spPr bwMode="auto">
                <a:xfrm>
                  <a:off x="22942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3" name="Rectangle 367"/>
                <p:cNvSpPr>
                  <a:spLocks noChangeArrowheads="1"/>
                </p:cNvSpPr>
                <p:nvPr/>
              </p:nvSpPr>
              <p:spPr bwMode="auto">
                <a:xfrm>
                  <a:off x="23399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4" name="Rectangle 368"/>
                <p:cNvSpPr>
                  <a:spLocks noChangeArrowheads="1"/>
                </p:cNvSpPr>
                <p:nvPr/>
              </p:nvSpPr>
              <p:spPr bwMode="auto">
                <a:xfrm>
                  <a:off x="23856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5" name="Rectangle 369"/>
                <p:cNvSpPr>
                  <a:spLocks noChangeArrowheads="1"/>
                </p:cNvSpPr>
                <p:nvPr/>
              </p:nvSpPr>
              <p:spPr bwMode="auto">
                <a:xfrm>
                  <a:off x="24314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6" name="Rectangle 370"/>
                <p:cNvSpPr>
                  <a:spLocks noChangeArrowheads="1"/>
                </p:cNvSpPr>
                <p:nvPr/>
              </p:nvSpPr>
              <p:spPr bwMode="auto">
                <a:xfrm>
                  <a:off x="24771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7" name="Rectangle 371"/>
                <p:cNvSpPr>
                  <a:spLocks noChangeArrowheads="1"/>
                </p:cNvSpPr>
                <p:nvPr/>
              </p:nvSpPr>
              <p:spPr bwMode="auto">
                <a:xfrm>
                  <a:off x="25228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8" name="Rectangle 372"/>
                <p:cNvSpPr>
                  <a:spLocks noChangeArrowheads="1"/>
                </p:cNvSpPr>
                <p:nvPr/>
              </p:nvSpPr>
              <p:spPr bwMode="auto">
                <a:xfrm>
                  <a:off x="25685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9" name="Rectangle 373"/>
                <p:cNvSpPr>
                  <a:spLocks noChangeArrowheads="1"/>
                </p:cNvSpPr>
                <p:nvPr/>
              </p:nvSpPr>
              <p:spPr bwMode="auto">
                <a:xfrm>
                  <a:off x="26142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0" name="Rectangle 374"/>
                <p:cNvSpPr>
                  <a:spLocks noChangeArrowheads="1"/>
                </p:cNvSpPr>
                <p:nvPr/>
              </p:nvSpPr>
              <p:spPr bwMode="auto">
                <a:xfrm>
                  <a:off x="26600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1" name="Rectangle 375"/>
                <p:cNvSpPr>
                  <a:spLocks noChangeArrowheads="1"/>
                </p:cNvSpPr>
                <p:nvPr/>
              </p:nvSpPr>
              <p:spPr bwMode="auto">
                <a:xfrm>
                  <a:off x="27057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2" name="Rectangle 376"/>
                <p:cNvSpPr>
                  <a:spLocks noChangeArrowheads="1"/>
                </p:cNvSpPr>
                <p:nvPr/>
              </p:nvSpPr>
              <p:spPr bwMode="auto">
                <a:xfrm>
                  <a:off x="27514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3" name="Rectangle 377"/>
                <p:cNvSpPr>
                  <a:spLocks noChangeArrowheads="1"/>
                </p:cNvSpPr>
                <p:nvPr/>
              </p:nvSpPr>
              <p:spPr bwMode="auto">
                <a:xfrm>
                  <a:off x="27971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4" name="Rectangle 378"/>
                <p:cNvSpPr>
                  <a:spLocks noChangeArrowheads="1"/>
                </p:cNvSpPr>
                <p:nvPr/>
              </p:nvSpPr>
              <p:spPr bwMode="auto">
                <a:xfrm>
                  <a:off x="28428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5" name="Rectangle 379"/>
                <p:cNvSpPr>
                  <a:spLocks noChangeArrowheads="1"/>
                </p:cNvSpPr>
                <p:nvPr/>
              </p:nvSpPr>
              <p:spPr bwMode="auto">
                <a:xfrm>
                  <a:off x="288861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6" name="Rectangle 380"/>
                <p:cNvSpPr>
                  <a:spLocks noChangeArrowheads="1"/>
                </p:cNvSpPr>
                <p:nvPr/>
              </p:nvSpPr>
              <p:spPr bwMode="auto">
                <a:xfrm>
                  <a:off x="293433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7" name="Rectangle 381"/>
                <p:cNvSpPr>
                  <a:spLocks noChangeArrowheads="1"/>
                </p:cNvSpPr>
                <p:nvPr/>
              </p:nvSpPr>
              <p:spPr bwMode="auto">
                <a:xfrm>
                  <a:off x="298005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8" name="Rectangle 382"/>
                <p:cNvSpPr>
                  <a:spLocks noChangeArrowheads="1"/>
                </p:cNvSpPr>
                <p:nvPr/>
              </p:nvSpPr>
              <p:spPr bwMode="auto">
                <a:xfrm>
                  <a:off x="302577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9" name="Rectangle 383"/>
                <p:cNvSpPr>
                  <a:spLocks noChangeArrowheads="1"/>
                </p:cNvSpPr>
                <p:nvPr/>
              </p:nvSpPr>
              <p:spPr bwMode="auto">
                <a:xfrm>
                  <a:off x="30714950" y="4779962"/>
                  <a:ext cx="457200" cy="369888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0" name="Rectangle 384"/>
                <p:cNvSpPr>
                  <a:spLocks noChangeArrowheads="1"/>
                </p:cNvSpPr>
                <p:nvPr/>
              </p:nvSpPr>
              <p:spPr bwMode="auto">
                <a:xfrm>
                  <a:off x="18827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1" name="Rectangle 385"/>
                <p:cNvSpPr>
                  <a:spLocks noChangeArrowheads="1"/>
                </p:cNvSpPr>
                <p:nvPr/>
              </p:nvSpPr>
              <p:spPr bwMode="auto">
                <a:xfrm>
                  <a:off x="19284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2" name="Rectangle 386"/>
                <p:cNvSpPr>
                  <a:spLocks noChangeArrowheads="1"/>
                </p:cNvSpPr>
                <p:nvPr/>
              </p:nvSpPr>
              <p:spPr bwMode="auto">
                <a:xfrm>
                  <a:off x="19742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3" name="Rectangle 387"/>
                <p:cNvSpPr>
                  <a:spLocks noChangeArrowheads="1"/>
                </p:cNvSpPr>
                <p:nvPr/>
              </p:nvSpPr>
              <p:spPr bwMode="auto">
                <a:xfrm>
                  <a:off x="20199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4" name="Rectangle 388"/>
                <p:cNvSpPr>
                  <a:spLocks noChangeArrowheads="1"/>
                </p:cNvSpPr>
                <p:nvPr/>
              </p:nvSpPr>
              <p:spPr bwMode="auto">
                <a:xfrm>
                  <a:off x="20656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5" name="Rectangle 389"/>
                <p:cNvSpPr>
                  <a:spLocks noChangeArrowheads="1"/>
                </p:cNvSpPr>
                <p:nvPr/>
              </p:nvSpPr>
              <p:spPr bwMode="auto">
                <a:xfrm>
                  <a:off x="21113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6" name="Rectangle 390"/>
                <p:cNvSpPr>
                  <a:spLocks noChangeArrowheads="1"/>
                </p:cNvSpPr>
                <p:nvPr/>
              </p:nvSpPr>
              <p:spPr bwMode="auto">
                <a:xfrm>
                  <a:off x="21570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7" name="Rectangle 391"/>
                <p:cNvSpPr>
                  <a:spLocks noChangeArrowheads="1"/>
                </p:cNvSpPr>
                <p:nvPr/>
              </p:nvSpPr>
              <p:spPr bwMode="auto">
                <a:xfrm>
                  <a:off x="22028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8" name="Rectangle 392"/>
                <p:cNvSpPr>
                  <a:spLocks noChangeArrowheads="1"/>
                </p:cNvSpPr>
                <p:nvPr/>
              </p:nvSpPr>
              <p:spPr bwMode="auto">
                <a:xfrm>
                  <a:off x="22485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9" name="Rectangle 393"/>
                <p:cNvSpPr>
                  <a:spLocks noChangeArrowheads="1"/>
                </p:cNvSpPr>
                <p:nvPr/>
              </p:nvSpPr>
              <p:spPr bwMode="auto">
                <a:xfrm>
                  <a:off x="22942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0" name="Rectangle 394"/>
                <p:cNvSpPr>
                  <a:spLocks noChangeArrowheads="1"/>
                </p:cNvSpPr>
                <p:nvPr/>
              </p:nvSpPr>
              <p:spPr bwMode="auto">
                <a:xfrm>
                  <a:off x="23399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1" name="Rectangle 395"/>
                <p:cNvSpPr>
                  <a:spLocks noChangeArrowheads="1"/>
                </p:cNvSpPr>
                <p:nvPr/>
              </p:nvSpPr>
              <p:spPr bwMode="auto">
                <a:xfrm>
                  <a:off x="23856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2" name="Rectangle 396"/>
                <p:cNvSpPr>
                  <a:spLocks noChangeArrowheads="1"/>
                </p:cNvSpPr>
                <p:nvPr/>
              </p:nvSpPr>
              <p:spPr bwMode="auto">
                <a:xfrm>
                  <a:off x="24314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3" name="Rectangle 397"/>
                <p:cNvSpPr>
                  <a:spLocks noChangeArrowheads="1"/>
                </p:cNvSpPr>
                <p:nvPr/>
              </p:nvSpPr>
              <p:spPr bwMode="auto">
                <a:xfrm>
                  <a:off x="24771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4" name="Rectangle 398"/>
                <p:cNvSpPr>
                  <a:spLocks noChangeArrowheads="1"/>
                </p:cNvSpPr>
                <p:nvPr/>
              </p:nvSpPr>
              <p:spPr bwMode="auto">
                <a:xfrm>
                  <a:off x="25228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5" name="Rectangle 399"/>
                <p:cNvSpPr>
                  <a:spLocks noChangeArrowheads="1"/>
                </p:cNvSpPr>
                <p:nvPr/>
              </p:nvSpPr>
              <p:spPr bwMode="auto">
                <a:xfrm>
                  <a:off x="25685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6" name="Rectangle 400"/>
                <p:cNvSpPr>
                  <a:spLocks noChangeArrowheads="1"/>
                </p:cNvSpPr>
                <p:nvPr/>
              </p:nvSpPr>
              <p:spPr bwMode="auto">
                <a:xfrm>
                  <a:off x="26142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7" name="Rectangle 401"/>
                <p:cNvSpPr>
                  <a:spLocks noChangeArrowheads="1"/>
                </p:cNvSpPr>
                <p:nvPr/>
              </p:nvSpPr>
              <p:spPr bwMode="auto">
                <a:xfrm>
                  <a:off x="26600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8" name="Rectangle 402"/>
                <p:cNvSpPr>
                  <a:spLocks noChangeArrowheads="1"/>
                </p:cNvSpPr>
                <p:nvPr/>
              </p:nvSpPr>
              <p:spPr bwMode="auto">
                <a:xfrm>
                  <a:off x="27057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9" name="Rectangle 403"/>
                <p:cNvSpPr>
                  <a:spLocks noChangeArrowheads="1"/>
                </p:cNvSpPr>
                <p:nvPr/>
              </p:nvSpPr>
              <p:spPr bwMode="auto">
                <a:xfrm>
                  <a:off x="27514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0" name="Rectangle 404"/>
                <p:cNvSpPr>
                  <a:spLocks noChangeArrowheads="1"/>
                </p:cNvSpPr>
                <p:nvPr/>
              </p:nvSpPr>
              <p:spPr bwMode="auto">
                <a:xfrm>
                  <a:off x="27971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1" name="Rectangle 405"/>
                <p:cNvSpPr>
                  <a:spLocks noChangeArrowheads="1"/>
                </p:cNvSpPr>
                <p:nvPr/>
              </p:nvSpPr>
              <p:spPr bwMode="auto">
                <a:xfrm>
                  <a:off x="28428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2" name="Rectangle 407"/>
                <p:cNvSpPr>
                  <a:spLocks noChangeArrowheads="1"/>
                </p:cNvSpPr>
                <p:nvPr/>
              </p:nvSpPr>
              <p:spPr bwMode="auto">
                <a:xfrm>
                  <a:off x="288861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3" name="Rectangle 408"/>
                <p:cNvSpPr>
                  <a:spLocks noChangeArrowheads="1"/>
                </p:cNvSpPr>
                <p:nvPr/>
              </p:nvSpPr>
              <p:spPr bwMode="auto">
                <a:xfrm>
                  <a:off x="293433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4" name="Rectangle 409"/>
                <p:cNvSpPr>
                  <a:spLocks noChangeArrowheads="1"/>
                </p:cNvSpPr>
                <p:nvPr/>
              </p:nvSpPr>
              <p:spPr bwMode="auto">
                <a:xfrm>
                  <a:off x="298005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5" name="Rectangle 410"/>
                <p:cNvSpPr>
                  <a:spLocks noChangeArrowheads="1"/>
                </p:cNvSpPr>
                <p:nvPr/>
              </p:nvSpPr>
              <p:spPr bwMode="auto">
                <a:xfrm>
                  <a:off x="302577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6" name="Rectangle 411"/>
                <p:cNvSpPr>
                  <a:spLocks noChangeArrowheads="1"/>
                </p:cNvSpPr>
                <p:nvPr/>
              </p:nvSpPr>
              <p:spPr bwMode="auto">
                <a:xfrm>
                  <a:off x="30714950" y="5149850"/>
                  <a:ext cx="457200" cy="371475"/>
                </a:xfrm>
                <a:prstGeom prst="rect">
                  <a:avLst/>
                </a:prstGeom>
                <a:grpFill/>
                <a:ln w="9525">
                  <a:solidFill>
                    <a:schemeClr val="bg1">
                      <a:alpha val="26000"/>
                    </a:schemeClr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7" name="Line 412"/>
                <p:cNvSpPr>
                  <a:spLocks noChangeShapeType="1"/>
                </p:cNvSpPr>
                <p:nvPr/>
              </p:nvSpPr>
              <p:spPr bwMode="auto">
                <a:xfrm>
                  <a:off x="19284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8" name="Line 413"/>
                <p:cNvSpPr>
                  <a:spLocks noChangeShapeType="1"/>
                </p:cNvSpPr>
                <p:nvPr/>
              </p:nvSpPr>
              <p:spPr bwMode="auto">
                <a:xfrm>
                  <a:off x="19742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9" name="Line 414"/>
                <p:cNvSpPr>
                  <a:spLocks noChangeShapeType="1"/>
                </p:cNvSpPr>
                <p:nvPr/>
              </p:nvSpPr>
              <p:spPr bwMode="auto">
                <a:xfrm>
                  <a:off x="20199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0" name="Line 415"/>
                <p:cNvSpPr>
                  <a:spLocks noChangeShapeType="1"/>
                </p:cNvSpPr>
                <p:nvPr/>
              </p:nvSpPr>
              <p:spPr bwMode="auto">
                <a:xfrm>
                  <a:off x="206565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1" name="Line 416"/>
                <p:cNvSpPr>
                  <a:spLocks noChangeShapeType="1"/>
                </p:cNvSpPr>
                <p:nvPr/>
              </p:nvSpPr>
              <p:spPr bwMode="auto">
                <a:xfrm>
                  <a:off x="21113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2" name="Line 417"/>
                <p:cNvSpPr>
                  <a:spLocks noChangeShapeType="1"/>
                </p:cNvSpPr>
                <p:nvPr/>
              </p:nvSpPr>
              <p:spPr bwMode="auto">
                <a:xfrm>
                  <a:off x="21570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3" name="Line 418"/>
                <p:cNvSpPr>
                  <a:spLocks noChangeShapeType="1"/>
                </p:cNvSpPr>
                <p:nvPr/>
              </p:nvSpPr>
              <p:spPr bwMode="auto">
                <a:xfrm>
                  <a:off x="22028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4" name="Line 419"/>
                <p:cNvSpPr>
                  <a:spLocks noChangeShapeType="1"/>
                </p:cNvSpPr>
                <p:nvPr/>
              </p:nvSpPr>
              <p:spPr bwMode="auto">
                <a:xfrm>
                  <a:off x="22485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5" name="Line 420"/>
                <p:cNvSpPr>
                  <a:spLocks noChangeShapeType="1"/>
                </p:cNvSpPr>
                <p:nvPr/>
              </p:nvSpPr>
              <p:spPr bwMode="auto">
                <a:xfrm>
                  <a:off x="229425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6" name="Line 421"/>
                <p:cNvSpPr>
                  <a:spLocks noChangeShapeType="1"/>
                </p:cNvSpPr>
                <p:nvPr/>
              </p:nvSpPr>
              <p:spPr bwMode="auto">
                <a:xfrm>
                  <a:off x="23399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7" name="Line 422"/>
                <p:cNvSpPr>
                  <a:spLocks noChangeShapeType="1"/>
                </p:cNvSpPr>
                <p:nvPr/>
              </p:nvSpPr>
              <p:spPr bwMode="auto">
                <a:xfrm>
                  <a:off x="238569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8" name="Line 423"/>
                <p:cNvSpPr>
                  <a:spLocks noChangeShapeType="1"/>
                </p:cNvSpPr>
                <p:nvPr/>
              </p:nvSpPr>
              <p:spPr bwMode="auto">
                <a:xfrm>
                  <a:off x="243141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9" name="Line 424"/>
                <p:cNvSpPr>
                  <a:spLocks noChangeShapeType="1"/>
                </p:cNvSpPr>
                <p:nvPr/>
              </p:nvSpPr>
              <p:spPr bwMode="auto">
                <a:xfrm>
                  <a:off x="247713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0" name="Line 425"/>
                <p:cNvSpPr>
                  <a:spLocks noChangeShapeType="1"/>
                </p:cNvSpPr>
                <p:nvPr/>
              </p:nvSpPr>
              <p:spPr bwMode="auto">
                <a:xfrm>
                  <a:off x="25228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1" name="Line 426"/>
                <p:cNvSpPr>
                  <a:spLocks noChangeShapeType="1"/>
                </p:cNvSpPr>
                <p:nvPr/>
              </p:nvSpPr>
              <p:spPr bwMode="auto">
                <a:xfrm>
                  <a:off x="25685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2" name="Line 427"/>
                <p:cNvSpPr>
                  <a:spLocks noChangeShapeType="1"/>
                </p:cNvSpPr>
                <p:nvPr/>
              </p:nvSpPr>
              <p:spPr bwMode="auto">
                <a:xfrm>
                  <a:off x="26142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3" name="Line 428"/>
                <p:cNvSpPr>
                  <a:spLocks noChangeShapeType="1"/>
                </p:cNvSpPr>
                <p:nvPr/>
              </p:nvSpPr>
              <p:spPr bwMode="auto">
                <a:xfrm>
                  <a:off x="26600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4" name="Line 429"/>
                <p:cNvSpPr>
                  <a:spLocks noChangeShapeType="1"/>
                </p:cNvSpPr>
                <p:nvPr/>
              </p:nvSpPr>
              <p:spPr bwMode="auto">
                <a:xfrm>
                  <a:off x="270573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5" name="Line 430"/>
                <p:cNvSpPr>
                  <a:spLocks noChangeShapeType="1"/>
                </p:cNvSpPr>
                <p:nvPr/>
              </p:nvSpPr>
              <p:spPr bwMode="auto">
                <a:xfrm>
                  <a:off x="27514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6" name="Line 431"/>
                <p:cNvSpPr>
                  <a:spLocks noChangeShapeType="1"/>
                </p:cNvSpPr>
                <p:nvPr/>
              </p:nvSpPr>
              <p:spPr bwMode="auto">
                <a:xfrm>
                  <a:off x="27971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7" name="Line 432"/>
                <p:cNvSpPr>
                  <a:spLocks noChangeShapeType="1"/>
                </p:cNvSpPr>
                <p:nvPr/>
              </p:nvSpPr>
              <p:spPr bwMode="auto">
                <a:xfrm>
                  <a:off x="28428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8" name="Line 433"/>
                <p:cNvSpPr>
                  <a:spLocks noChangeShapeType="1"/>
                </p:cNvSpPr>
                <p:nvPr/>
              </p:nvSpPr>
              <p:spPr bwMode="auto">
                <a:xfrm>
                  <a:off x="28886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9" name="Line 434"/>
                <p:cNvSpPr>
                  <a:spLocks noChangeShapeType="1"/>
                </p:cNvSpPr>
                <p:nvPr/>
              </p:nvSpPr>
              <p:spPr bwMode="auto">
                <a:xfrm>
                  <a:off x="293433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0" name="Line 435"/>
                <p:cNvSpPr>
                  <a:spLocks noChangeShapeType="1"/>
                </p:cNvSpPr>
                <p:nvPr/>
              </p:nvSpPr>
              <p:spPr bwMode="auto">
                <a:xfrm>
                  <a:off x="298005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1" name="Line 436"/>
                <p:cNvSpPr>
                  <a:spLocks noChangeShapeType="1"/>
                </p:cNvSpPr>
                <p:nvPr/>
              </p:nvSpPr>
              <p:spPr bwMode="auto">
                <a:xfrm>
                  <a:off x="302577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2" name="Line 437"/>
                <p:cNvSpPr>
                  <a:spLocks noChangeShapeType="1"/>
                </p:cNvSpPr>
                <p:nvPr/>
              </p:nvSpPr>
              <p:spPr bwMode="auto">
                <a:xfrm>
                  <a:off x="307149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3" name="Line 439"/>
                <p:cNvSpPr>
                  <a:spLocks noChangeShapeType="1"/>
                </p:cNvSpPr>
                <p:nvPr/>
              </p:nvSpPr>
              <p:spPr bwMode="auto">
                <a:xfrm>
                  <a:off x="18821400" y="69850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4" name="Line 440"/>
                <p:cNvSpPr>
                  <a:spLocks noChangeShapeType="1"/>
                </p:cNvSpPr>
                <p:nvPr/>
              </p:nvSpPr>
              <p:spPr bwMode="auto">
                <a:xfrm>
                  <a:off x="18821400" y="107156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5" name="Line 441"/>
                <p:cNvSpPr>
                  <a:spLocks noChangeShapeType="1"/>
                </p:cNvSpPr>
                <p:nvPr/>
              </p:nvSpPr>
              <p:spPr bwMode="auto">
                <a:xfrm>
                  <a:off x="18821400" y="144145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6" name="Line 442"/>
                <p:cNvSpPr>
                  <a:spLocks noChangeShapeType="1"/>
                </p:cNvSpPr>
                <p:nvPr/>
              </p:nvSpPr>
              <p:spPr bwMode="auto">
                <a:xfrm>
                  <a:off x="18821400" y="181133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7" name="Line 443"/>
                <p:cNvSpPr>
                  <a:spLocks noChangeShapeType="1"/>
                </p:cNvSpPr>
                <p:nvPr/>
              </p:nvSpPr>
              <p:spPr bwMode="auto">
                <a:xfrm>
                  <a:off x="18821400" y="218440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8" name="Line 444"/>
                <p:cNvSpPr>
                  <a:spLocks noChangeShapeType="1"/>
                </p:cNvSpPr>
                <p:nvPr/>
              </p:nvSpPr>
              <p:spPr bwMode="auto">
                <a:xfrm>
                  <a:off x="18821400" y="255428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9" name="Line 445"/>
                <p:cNvSpPr>
                  <a:spLocks noChangeShapeType="1"/>
                </p:cNvSpPr>
                <p:nvPr/>
              </p:nvSpPr>
              <p:spPr bwMode="auto">
                <a:xfrm>
                  <a:off x="18821400" y="292417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0" name="Line 446"/>
                <p:cNvSpPr>
                  <a:spLocks noChangeShapeType="1"/>
                </p:cNvSpPr>
                <p:nvPr/>
              </p:nvSpPr>
              <p:spPr bwMode="auto">
                <a:xfrm>
                  <a:off x="18821400" y="329723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1" name="Line 447"/>
                <p:cNvSpPr>
                  <a:spLocks noChangeShapeType="1"/>
                </p:cNvSpPr>
                <p:nvPr/>
              </p:nvSpPr>
              <p:spPr bwMode="auto">
                <a:xfrm>
                  <a:off x="18821400" y="366712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2" name="Line 448"/>
                <p:cNvSpPr>
                  <a:spLocks noChangeShapeType="1"/>
                </p:cNvSpPr>
                <p:nvPr/>
              </p:nvSpPr>
              <p:spPr bwMode="auto">
                <a:xfrm>
                  <a:off x="18821400" y="403701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3" name="Line 449"/>
                <p:cNvSpPr>
                  <a:spLocks noChangeShapeType="1"/>
                </p:cNvSpPr>
                <p:nvPr/>
              </p:nvSpPr>
              <p:spPr bwMode="auto">
                <a:xfrm>
                  <a:off x="18821400" y="4408487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4" name="Line 450"/>
                <p:cNvSpPr>
                  <a:spLocks noChangeShapeType="1"/>
                </p:cNvSpPr>
                <p:nvPr/>
              </p:nvSpPr>
              <p:spPr bwMode="auto">
                <a:xfrm>
                  <a:off x="18821400" y="4779962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5" name="Line 451"/>
                <p:cNvSpPr>
                  <a:spLocks noChangeShapeType="1"/>
                </p:cNvSpPr>
                <p:nvPr/>
              </p:nvSpPr>
              <p:spPr bwMode="auto">
                <a:xfrm>
                  <a:off x="18821400" y="5149850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6" name="Line 452"/>
                <p:cNvSpPr>
                  <a:spLocks noChangeShapeType="1"/>
                </p:cNvSpPr>
                <p:nvPr userDrawn="1"/>
              </p:nvSpPr>
              <p:spPr bwMode="auto">
                <a:xfrm>
                  <a:off x="18827750" y="-49213"/>
                  <a:ext cx="0" cy="5576888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7" name="Line 453"/>
                <p:cNvSpPr>
                  <a:spLocks noChangeShapeType="1"/>
                </p:cNvSpPr>
                <p:nvPr/>
              </p:nvSpPr>
              <p:spPr bwMode="auto">
                <a:xfrm>
                  <a:off x="31172150" y="-47625"/>
                  <a:ext cx="0" cy="557530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8" name="Line 455"/>
                <p:cNvSpPr>
                  <a:spLocks noChangeShapeType="1"/>
                </p:cNvSpPr>
                <p:nvPr/>
              </p:nvSpPr>
              <p:spPr bwMode="auto">
                <a:xfrm>
                  <a:off x="18821400" y="5521325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9" name="Line 439"/>
                <p:cNvSpPr>
                  <a:spLocks noChangeShapeType="1"/>
                </p:cNvSpPr>
                <p:nvPr/>
              </p:nvSpPr>
              <p:spPr bwMode="auto">
                <a:xfrm>
                  <a:off x="18821400" y="360491"/>
                  <a:ext cx="12357100" cy="0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alpha val="26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840" name="Group 1839"/>
          <p:cNvGrpSpPr/>
          <p:nvPr userDrawn="1"/>
        </p:nvGrpSpPr>
        <p:grpSpPr>
          <a:xfrm>
            <a:off x="11585557" y="6400800"/>
            <a:ext cx="606443" cy="457200"/>
            <a:chOff x="11233342" y="6135264"/>
            <a:chExt cx="958658" cy="722736"/>
          </a:xfrm>
        </p:grpSpPr>
        <p:sp>
          <p:nvSpPr>
            <p:cNvPr id="1841" name="Freeform 1840"/>
            <p:cNvSpPr/>
            <p:nvPr userDrawn="1"/>
          </p:nvSpPr>
          <p:spPr>
            <a:xfrm>
              <a:off x="11233342" y="6135264"/>
              <a:ext cx="958658" cy="722736"/>
            </a:xfrm>
            <a:custGeom>
              <a:avLst/>
              <a:gdLst>
                <a:gd name="connsiteX0" fmla="*/ 958658 w 958658"/>
                <a:gd name="connsiteY0" fmla="*/ 0 h 722736"/>
                <a:gd name="connsiteX1" fmla="*/ 958658 w 958658"/>
                <a:gd name="connsiteY1" fmla="*/ 722736 h 722736"/>
                <a:gd name="connsiteX2" fmla="*/ 0 w 958658"/>
                <a:gd name="connsiteY2" fmla="*/ 722736 h 722736"/>
                <a:gd name="connsiteX3" fmla="*/ 27392 w 958658"/>
                <a:gd name="connsiteY3" fmla="*/ 685177 h 722736"/>
                <a:gd name="connsiteX4" fmla="*/ 890574 w 958658"/>
                <a:gd name="connsiteY4" fmla="*/ 24919 h 722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8658" h="722736">
                  <a:moveTo>
                    <a:pt x="958658" y="0"/>
                  </a:moveTo>
                  <a:lnTo>
                    <a:pt x="958658" y="722736"/>
                  </a:lnTo>
                  <a:lnTo>
                    <a:pt x="0" y="722736"/>
                  </a:lnTo>
                  <a:lnTo>
                    <a:pt x="27392" y="685177"/>
                  </a:lnTo>
                  <a:cubicBezTo>
                    <a:pt x="253059" y="398017"/>
                    <a:pt x="549562" y="169155"/>
                    <a:pt x="890574" y="249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pic>
          <p:nvPicPr>
            <p:cNvPr id="1842" name="Picture 1841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28" t="20928" r="20928" b="20928"/>
            <a:stretch/>
          </p:blipFill>
          <p:spPr>
            <a:xfrm>
              <a:off x="11741442" y="6423643"/>
              <a:ext cx="348958" cy="3489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3506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EFF80-BAB3-4094-96B5-DC8EBCD2E218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5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0.jpg"/><Relationship Id="rId4" Type="http://schemas.openxmlformats.org/officeDocument/2006/relationships/image" Target="../media/image19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3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5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2.jpg"/><Relationship Id="rId4" Type="http://schemas.openxmlformats.org/officeDocument/2006/relationships/image" Target="../media/image2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9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9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0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32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34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36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38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40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41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43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44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46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47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49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50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5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6FE11E-7142-4712-A99F-88582EB9D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0CAA981-2C11-4FB4-A6A2-67F4E9474D86}"/>
              </a:ext>
            </a:extLst>
          </p:cNvPr>
          <p:cNvSpPr txBox="1">
            <a:spLocks/>
          </p:cNvSpPr>
          <p:nvPr/>
        </p:nvSpPr>
        <p:spPr>
          <a:xfrm>
            <a:off x="1625886" y="227599"/>
            <a:ext cx="9125163" cy="1296402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Course Code: MATH 211</a:t>
            </a:r>
          </a:p>
          <a:p>
            <a:pPr algn="ctr"/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MATH III</a:t>
            </a:r>
            <a:endParaRPr lang="en-US" sz="33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3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3-6 (Complex Differentiation and Analytic Function)</a:t>
            </a:r>
            <a:endParaRPr lang="en-US" sz="3300" b="1" dirty="0">
              <a:solidFill>
                <a:srgbClr val="92D050"/>
              </a:solidFill>
              <a:latin typeface="Sitka Banner" panose="02000505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7341F-0D3F-4D32-8F16-2599205E8FDD}"/>
              </a:ext>
            </a:extLst>
          </p:cNvPr>
          <p:cNvSpPr txBox="1"/>
          <p:nvPr/>
        </p:nvSpPr>
        <p:spPr>
          <a:xfrm>
            <a:off x="6877050" y="3976312"/>
            <a:ext cx="5115889" cy="28069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Tazin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Tamanna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Lecturer in Mathematics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Science and Humanities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M.Sc. in Applied Mathematics (KU)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B.Sc. in Mathematics (KU)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64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9" name="Group 2488"/>
          <p:cNvGrpSpPr/>
          <p:nvPr/>
        </p:nvGrpSpPr>
        <p:grpSpPr>
          <a:xfrm>
            <a:off x="3001298" y="1433169"/>
            <a:ext cx="8688730" cy="5025834"/>
            <a:chOff x="1447800" y="740335"/>
            <a:chExt cx="9296401" cy="5377330"/>
          </a:xfrm>
          <a:effectLst/>
        </p:grpSpPr>
        <p:sp>
          <p:nvSpPr>
            <p:cNvPr id="137" name="Freeform 136"/>
            <p:cNvSpPr/>
            <p:nvPr/>
          </p:nvSpPr>
          <p:spPr>
            <a:xfrm>
              <a:off x="4182034" y="1604150"/>
              <a:ext cx="4374778" cy="1058423"/>
            </a:xfrm>
            <a:custGeom>
              <a:avLst/>
              <a:gdLst>
                <a:gd name="connsiteX0" fmla="*/ 0 w 4374778"/>
                <a:gd name="connsiteY0" fmla="*/ 0 h 1058423"/>
                <a:gd name="connsiteX1" fmla="*/ 3845567 w 4374778"/>
                <a:gd name="connsiteY1" fmla="*/ 0 h 1058423"/>
                <a:gd name="connsiteX2" fmla="*/ 4374778 w 4374778"/>
                <a:gd name="connsiteY2" fmla="*/ 529212 h 1058423"/>
                <a:gd name="connsiteX3" fmla="*/ 3845567 w 4374778"/>
                <a:gd name="connsiteY3" fmla="*/ 1058423 h 1058423"/>
                <a:gd name="connsiteX4" fmla="*/ 0 w 4374778"/>
                <a:gd name="connsiteY4" fmla="*/ 1058423 h 1058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74778" h="1058423">
                  <a:moveTo>
                    <a:pt x="0" y="0"/>
                  </a:moveTo>
                  <a:lnTo>
                    <a:pt x="3845567" y="0"/>
                  </a:lnTo>
                  <a:cubicBezTo>
                    <a:pt x="4137842" y="0"/>
                    <a:pt x="4374778" y="236937"/>
                    <a:pt x="4374778" y="529212"/>
                  </a:cubicBezTo>
                  <a:cubicBezTo>
                    <a:pt x="4374778" y="821487"/>
                    <a:pt x="4137842" y="1058423"/>
                    <a:pt x="3845567" y="1058423"/>
                  </a:cubicBezTo>
                  <a:lnTo>
                    <a:pt x="0" y="1058423"/>
                  </a:lnTo>
                  <a:close/>
                </a:path>
              </a:pathLst>
            </a:custGeom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Freeform 135"/>
            <p:cNvSpPr/>
            <p:nvPr/>
          </p:nvSpPr>
          <p:spPr>
            <a:xfrm>
              <a:off x="4912724" y="2662575"/>
              <a:ext cx="4374778" cy="1058423"/>
            </a:xfrm>
            <a:custGeom>
              <a:avLst/>
              <a:gdLst>
                <a:gd name="connsiteX0" fmla="*/ 0 w 4374778"/>
                <a:gd name="connsiteY0" fmla="*/ 0 h 1058423"/>
                <a:gd name="connsiteX1" fmla="*/ 3845566 w 4374778"/>
                <a:gd name="connsiteY1" fmla="*/ 0 h 1058423"/>
                <a:gd name="connsiteX2" fmla="*/ 4374778 w 4374778"/>
                <a:gd name="connsiteY2" fmla="*/ 529212 h 1058423"/>
                <a:gd name="connsiteX3" fmla="*/ 3845566 w 4374778"/>
                <a:gd name="connsiteY3" fmla="*/ 1058423 h 1058423"/>
                <a:gd name="connsiteX4" fmla="*/ 0 w 4374778"/>
                <a:gd name="connsiteY4" fmla="*/ 1058423 h 1058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74778" h="1058423">
                  <a:moveTo>
                    <a:pt x="0" y="0"/>
                  </a:moveTo>
                  <a:lnTo>
                    <a:pt x="3845566" y="0"/>
                  </a:lnTo>
                  <a:cubicBezTo>
                    <a:pt x="4137842" y="0"/>
                    <a:pt x="4374778" y="236937"/>
                    <a:pt x="4374778" y="529212"/>
                  </a:cubicBezTo>
                  <a:cubicBezTo>
                    <a:pt x="4374778" y="821487"/>
                    <a:pt x="4137842" y="1058423"/>
                    <a:pt x="3845566" y="1058423"/>
                  </a:cubicBezTo>
                  <a:lnTo>
                    <a:pt x="0" y="105842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Freeform 134"/>
            <p:cNvSpPr/>
            <p:nvPr/>
          </p:nvSpPr>
          <p:spPr>
            <a:xfrm>
              <a:off x="5639619" y="3721700"/>
              <a:ext cx="4374777" cy="1058423"/>
            </a:xfrm>
            <a:custGeom>
              <a:avLst/>
              <a:gdLst>
                <a:gd name="connsiteX0" fmla="*/ 0 w 4374777"/>
                <a:gd name="connsiteY0" fmla="*/ 0 h 1058423"/>
                <a:gd name="connsiteX1" fmla="*/ 3845567 w 4374777"/>
                <a:gd name="connsiteY1" fmla="*/ 0 h 1058423"/>
                <a:gd name="connsiteX2" fmla="*/ 4374777 w 4374777"/>
                <a:gd name="connsiteY2" fmla="*/ 529212 h 1058423"/>
                <a:gd name="connsiteX3" fmla="*/ 3845567 w 4374777"/>
                <a:gd name="connsiteY3" fmla="*/ 1058423 h 1058423"/>
                <a:gd name="connsiteX4" fmla="*/ 0 w 4374777"/>
                <a:gd name="connsiteY4" fmla="*/ 1058423 h 1058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74777" h="1058423">
                  <a:moveTo>
                    <a:pt x="0" y="0"/>
                  </a:moveTo>
                  <a:lnTo>
                    <a:pt x="3845567" y="0"/>
                  </a:lnTo>
                  <a:cubicBezTo>
                    <a:pt x="4137841" y="0"/>
                    <a:pt x="4374777" y="236937"/>
                    <a:pt x="4374777" y="529212"/>
                  </a:cubicBezTo>
                  <a:cubicBezTo>
                    <a:pt x="4374777" y="821487"/>
                    <a:pt x="4137841" y="1058423"/>
                    <a:pt x="3845567" y="1058423"/>
                  </a:cubicBezTo>
                  <a:lnTo>
                    <a:pt x="0" y="105842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Freeform 133"/>
            <p:cNvSpPr/>
            <p:nvPr/>
          </p:nvSpPr>
          <p:spPr>
            <a:xfrm>
              <a:off x="6369423" y="4780123"/>
              <a:ext cx="4374778" cy="1058423"/>
            </a:xfrm>
            <a:custGeom>
              <a:avLst/>
              <a:gdLst>
                <a:gd name="connsiteX0" fmla="*/ 0 w 4374778"/>
                <a:gd name="connsiteY0" fmla="*/ 0 h 1058423"/>
                <a:gd name="connsiteX1" fmla="*/ 3845566 w 4374778"/>
                <a:gd name="connsiteY1" fmla="*/ 0 h 1058423"/>
                <a:gd name="connsiteX2" fmla="*/ 4374778 w 4374778"/>
                <a:gd name="connsiteY2" fmla="*/ 529212 h 1058423"/>
                <a:gd name="connsiteX3" fmla="*/ 3845566 w 4374778"/>
                <a:gd name="connsiteY3" fmla="*/ 1058423 h 1058423"/>
                <a:gd name="connsiteX4" fmla="*/ 0 w 4374778"/>
                <a:gd name="connsiteY4" fmla="*/ 1058423 h 1058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74778" h="1058423">
                  <a:moveTo>
                    <a:pt x="0" y="0"/>
                  </a:moveTo>
                  <a:lnTo>
                    <a:pt x="3845566" y="0"/>
                  </a:lnTo>
                  <a:cubicBezTo>
                    <a:pt x="4137842" y="0"/>
                    <a:pt x="4374778" y="236936"/>
                    <a:pt x="4374778" y="529212"/>
                  </a:cubicBezTo>
                  <a:cubicBezTo>
                    <a:pt x="4374778" y="821487"/>
                    <a:pt x="4137842" y="1058423"/>
                    <a:pt x="3845566" y="1058423"/>
                  </a:cubicBezTo>
                  <a:lnTo>
                    <a:pt x="0" y="105842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Isosceles Triangle 110"/>
            <p:cNvSpPr/>
            <p:nvPr/>
          </p:nvSpPr>
          <p:spPr>
            <a:xfrm>
              <a:off x="1447800" y="740335"/>
              <a:ext cx="6237703" cy="5377330"/>
            </a:xfrm>
            <a:prstGeom prst="triangle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0" scaled="0"/>
              <a:tileRect/>
            </a:gradFill>
            <a:ln>
              <a:noFill/>
            </a:ln>
            <a:effectLst>
              <a:outerShdw blurRad="165100" dist="63500" algn="l" rotWithShape="0">
                <a:schemeClr val="tx1">
                  <a:lumMod val="90000"/>
                  <a:lumOff val="10000"/>
                  <a:alpha val="3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Freeform 103"/>
            <p:cNvSpPr/>
            <p:nvPr/>
          </p:nvSpPr>
          <p:spPr>
            <a:xfrm rot="5400000" flipH="1">
              <a:off x="3697614" y="1358584"/>
              <a:ext cx="1058422" cy="1550959"/>
            </a:xfrm>
            <a:custGeom>
              <a:avLst/>
              <a:gdLst>
                <a:gd name="connsiteX0" fmla="*/ 884910 w 884910"/>
                <a:gd name="connsiteY0" fmla="*/ 783455 h 1296703"/>
                <a:gd name="connsiteX1" fmla="*/ 884910 w 884910"/>
                <a:gd name="connsiteY1" fmla="*/ 442455 h 1296703"/>
                <a:gd name="connsiteX2" fmla="*/ 442455 w 884910"/>
                <a:gd name="connsiteY2" fmla="*/ 0 h 1296703"/>
                <a:gd name="connsiteX3" fmla="*/ 0 w 884910"/>
                <a:gd name="connsiteY3" fmla="*/ 442455 h 1296703"/>
                <a:gd name="connsiteX4" fmla="*/ 0 w 884910"/>
                <a:gd name="connsiteY4" fmla="*/ 1296703 h 1296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4910" h="1296703">
                  <a:moveTo>
                    <a:pt x="884910" y="783455"/>
                  </a:moveTo>
                  <a:lnTo>
                    <a:pt x="884910" y="442455"/>
                  </a:lnTo>
                  <a:cubicBezTo>
                    <a:pt x="884910" y="198094"/>
                    <a:pt x="686816" y="0"/>
                    <a:pt x="442455" y="0"/>
                  </a:cubicBezTo>
                  <a:cubicBezTo>
                    <a:pt x="198094" y="0"/>
                    <a:pt x="0" y="198094"/>
                    <a:pt x="0" y="442455"/>
                  </a:cubicBezTo>
                  <a:lnTo>
                    <a:pt x="0" y="12967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innerShdw blurRad="88900" dist="50800" dir="16620000">
                <a:prstClr val="black">
                  <a:alpha val="41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/>
            <p:cNvSpPr/>
            <p:nvPr/>
          </p:nvSpPr>
          <p:spPr>
            <a:xfrm>
              <a:off x="4149134" y="1815072"/>
              <a:ext cx="637982" cy="63798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76200">
              <a:gradFill>
                <a:gsLst>
                  <a:gs pos="0">
                    <a:schemeClr val="bg1"/>
                  </a:gs>
                  <a:gs pos="42000">
                    <a:schemeClr val="bg1">
                      <a:lumMod val="75000"/>
                    </a:schemeClr>
                  </a:gs>
                  <a:gs pos="79000">
                    <a:schemeClr val="bg1">
                      <a:lumMod val="95000"/>
                    </a:schemeClr>
                  </a:gs>
                  <a:gs pos="100000">
                    <a:schemeClr val="tx1">
                      <a:lumMod val="10000"/>
                      <a:lumOff val="9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+mj-lt"/>
                </a:rPr>
                <a:t>01</a:t>
              </a:r>
            </a:p>
          </p:txBody>
        </p:sp>
        <p:sp>
          <p:nvSpPr>
            <p:cNvPr id="122" name="Freeform 121"/>
            <p:cNvSpPr/>
            <p:nvPr/>
          </p:nvSpPr>
          <p:spPr>
            <a:xfrm rot="5400000" flipH="1">
              <a:off x="3084397" y="2417008"/>
              <a:ext cx="1058422" cy="1550959"/>
            </a:xfrm>
            <a:custGeom>
              <a:avLst/>
              <a:gdLst>
                <a:gd name="connsiteX0" fmla="*/ 884910 w 884910"/>
                <a:gd name="connsiteY0" fmla="*/ 783455 h 1296703"/>
                <a:gd name="connsiteX1" fmla="*/ 884910 w 884910"/>
                <a:gd name="connsiteY1" fmla="*/ 442455 h 1296703"/>
                <a:gd name="connsiteX2" fmla="*/ 442455 w 884910"/>
                <a:gd name="connsiteY2" fmla="*/ 0 h 1296703"/>
                <a:gd name="connsiteX3" fmla="*/ 0 w 884910"/>
                <a:gd name="connsiteY3" fmla="*/ 442455 h 1296703"/>
                <a:gd name="connsiteX4" fmla="*/ 0 w 884910"/>
                <a:gd name="connsiteY4" fmla="*/ 1296703 h 1296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4910" h="1296703">
                  <a:moveTo>
                    <a:pt x="884910" y="783455"/>
                  </a:moveTo>
                  <a:lnTo>
                    <a:pt x="884910" y="442455"/>
                  </a:lnTo>
                  <a:cubicBezTo>
                    <a:pt x="884910" y="198094"/>
                    <a:pt x="686816" y="0"/>
                    <a:pt x="442455" y="0"/>
                  </a:cubicBezTo>
                  <a:cubicBezTo>
                    <a:pt x="198094" y="0"/>
                    <a:pt x="0" y="198094"/>
                    <a:pt x="0" y="442455"/>
                  </a:cubicBezTo>
                  <a:lnTo>
                    <a:pt x="0" y="12967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innerShdw blurRad="88900" dist="50800" dir="16620000">
                <a:prstClr val="black">
                  <a:alpha val="41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/>
            <p:cNvSpPr/>
            <p:nvPr/>
          </p:nvSpPr>
          <p:spPr>
            <a:xfrm>
              <a:off x="3535917" y="2873496"/>
              <a:ext cx="637982" cy="63798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76200">
              <a:gradFill>
                <a:gsLst>
                  <a:gs pos="0">
                    <a:schemeClr val="bg1"/>
                  </a:gs>
                  <a:gs pos="42000">
                    <a:schemeClr val="bg1">
                      <a:lumMod val="75000"/>
                    </a:schemeClr>
                  </a:gs>
                  <a:gs pos="79000">
                    <a:schemeClr val="bg1">
                      <a:lumMod val="95000"/>
                    </a:schemeClr>
                  </a:gs>
                  <a:gs pos="100000">
                    <a:schemeClr val="tx1">
                      <a:lumMod val="10000"/>
                      <a:lumOff val="9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+mj-lt"/>
                </a:rPr>
                <a:t>02</a:t>
              </a:r>
            </a:p>
          </p:txBody>
        </p:sp>
        <p:sp>
          <p:nvSpPr>
            <p:cNvPr id="125" name="Freeform 124"/>
            <p:cNvSpPr/>
            <p:nvPr/>
          </p:nvSpPr>
          <p:spPr>
            <a:xfrm rot="5400000" flipH="1">
              <a:off x="2471180" y="3475432"/>
              <a:ext cx="1058422" cy="1550959"/>
            </a:xfrm>
            <a:custGeom>
              <a:avLst/>
              <a:gdLst>
                <a:gd name="connsiteX0" fmla="*/ 884910 w 884910"/>
                <a:gd name="connsiteY0" fmla="*/ 783455 h 1296703"/>
                <a:gd name="connsiteX1" fmla="*/ 884910 w 884910"/>
                <a:gd name="connsiteY1" fmla="*/ 442455 h 1296703"/>
                <a:gd name="connsiteX2" fmla="*/ 442455 w 884910"/>
                <a:gd name="connsiteY2" fmla="*/ 0 h 1296703"/>
                <a:gd name="connsiteX3" fmla="*/ 0 w 884910"/>
                <a:gd name="connsiteY3" fmla="*/ 442455 h 1296703"/>
                <a:gd name="connsiteX4" fmla="*/ 0 w 884910"/>
                <a:gd name="connsiteY4" fmla="*/ 1296703 h 1296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4910" h="1296703">
                  <a:moveTo>
                    <a:pt x="884910" y="783455"/>
                  </a:moveTo>
                  <a:lnTo>
                    <a:pt x="884910" y="442455"/>
                  </a:lnTo>
                  <a:cubicBezTo>
                    <a:pt x="884910" y="198094"/>
                    <a:pt x="686816" y="0"/>
                    <a:pt x="442455" y="0"/>
                  </a:cubicBezTo>
                  <a:cubicBezTo>
                    <a:pt x="198094" y="0"/>
                    <a:pt x="0" y="198094"/>
                    <a:pt x="0" y="442455"/>
                  </a:cubicBezTo>
                  <a:lnTo>
                    <a:pt x="0" y="12967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innerShdw blurRad="88900" dist="50800" dir="16620000">
                <a:prstClr val="black">
                  <a:alpha val="41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/>
            <p:cNvSpPr/>
            <p:nvPr/>
          </p:nvSpPr>
          <p:spPr>
            <a:xfrm>
              <a:off x="2922700" y="3931920"/>
              <a:ext cx="637982" cy="637982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76200">
              <a:gradFill>
                <a:gsLst>
                  <a:gs pos="0">
                    <a:schemeClr val="bg1"/>
                  </a:gs>
                  <a:gs pos="42000">
                    <a:schemeClr val="bg1">
                      <a:lumMod val="75000"/>
                    </a:schemeClr>
                  </a:gs>
                  <a:gs pos="79000">
                    <a:schemeClr val="bg1">
                      <a:lumMod val="95000"/>
                    </a:schemeClr>
                  </a:gs>
                  <a:gs pos="100000">
                    <a:schemeClr val="tx1">
                      <a:lumMod val="10000"/>
                      <a:lumOff val="9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+mj-lt"/>
                </a:rPr>
                <a:t>03</a:t>
              </a:r>
            </a:p>
          </p:txBody>
        </p:sp>
        <p:sp>
          <p:nvSpPr>
            <p:cNvPr id="128" name="Freeform 127"/>
            <p:cNvSpPr/>
            <p:nvPr/>
          </p:nvSpPr>
          <p:spPr>
            <a:xfrm rot="5400000" flipH="1">
              <a:off x="1857963" y="4533855"/>
              <a:ext cx="1058422" cy="1550959"/>
            </a:xfrm>
            <a:custGeom>
              <a:avLst/>
              <a:gdLst>
                <a:gd name="connsiteX0" fmla="*/ 884910 w 884910"/>
                <a:gd name="connsiteY0" fmla="*/ 783455 h 1296703"/>
                <a:gd name="connsiteX1" fmla="*/ 884910 w 884910"/>
                <a:gd name="connsiteY1" fmla="*/ 442455 h 1296703"/>
                <a:gd name="connsiteX2" fmla="*/ 442455 w 884910"/>
                <a:gd name="connsiteY2" fmla="*/ 0 h 1296703"/>
                <a:gd name="connsiteX3" fmla="*/ 0 w 884910"/>
                <a:gd name="connsiteY3" fmla="*/ 442455 h 1296703"/>
                <a:gd name="connsiteX4" fmla="*/ 0 w 884910"/>
                <a:gd name="connsiteY4" fmla="*/ 1296703 h 1296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4910" h="1296703">
                  <a:moveTo>
                    <a:pt x="884910" y="783455"/>
                  </a:moveTo>
                  <a:lnTo>
                    <a:pt x="884910" y="442455"/>
                  </a:lnTo>
                  <a:cubicBezTo>
                    <a:pt x="884910" y="198094"/>
                    <a:pt x="686816" y="0"/>
                    <a:pt x="442455" y="0"/>
                  </a:cubicBezTo>
                  <a:cubicBezTo>
                    <a:pt x="198094" y="0"/>
                    <a:pt x="0" y="198094"/>
                    <a:pt x="0" y="442455"/>
                  </a:cubicBezTo>
                  <a:lnTo>
                    <a:pt x="0" y="129670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innerShdw blurRad="88900" dist="50800" dir="16620000">
                <a:prstClr val="black">
                  <a:alpha val="41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/>
            <p:cNvSpPr/>
            <p:nvPr/>
          </p:nvSpPr>
          <p:spPr>
            <a:xfrm>
              <a:off x="2309483" y="4990343"/>
              <a:ext cx="637982" cy="637982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76200">
              <a:gradFill>
                <a:gsLst>
                  <a:gs pos="0">
                    <a:schemeClr val="bg1"/>
                  </a:gs>
                  <a:gs pos="42000">
                    <a:schemeClr val="bg1">
                      <a:lumMod val="75000"/>
                    </a:schemeClr>
                  </a:gs>
                  <a:gs pos="79000">
                    <a:schemeClr val="bg1">
                      <a:lumMod val="95000"/>
                    </a:schemeClr>
                  </a:gs>
                  <a:gs pos="100000">
                    <a:schemeClr val="tx1">
                      <a:lumMod val="10000"/>
                      <a:lumOff val="9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+mj-lt"/>
                </a:rPr>
                <a:t>04</a:t>
              </a:r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1ADC62DB-3534-4913-B490-F2FCDD22BC1D}"/>
              </a:ext>
            </a:extLst>
          </p:cNvPr>
          <p:cNvSpPr/>
          <p:nvPr/>
        </p:nvSpPr>
        <p:spPr>
          <a:xfrm>
            <a:off x="4912069" y="77818"/>
            <a:ext cx="2611960" cy="90836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w Cen MT Condensed Extra Bold" panose="020B0803020202020204" pitchFamily="34" charset="0"/>
                <a:cs typeface="Times New Roman" panose="02020603050405020304" pitchFamily="18" charset="0"/>
              </a:rPr>
              <a:t>Complex Differentiation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4C755C2-4257-4E49-8687-B15A51221872}"/>
              </a:ext>
            </a:extLst>
          </p:cNvPr>
          <p:cNvSpPr txBox="1"/>
          <p:nvPr/>
        </p:nvSpPr>
        <p:spPr>
          <a:xfrm>
            <a:off x="6448366" y="2271795"/>
            <a:ext cx="3179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TYPE-I: FINDING DERIVATIVES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943B7E8-F759-485B-8202-4ED141677E5C}"/>
              </a:ext>
            </a:extLst>
          </p:cNvPr>
          <p:cNvSpPr txBox="1"/>
          <p:nvPr/>
        </p:nvSpPr>
        <p:spPr>
          <a:xfrm>
            <a:off x="7132024" y="3446354"/>
            <a:ext cx="2970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TYPE-II: Analyticity Test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2C1D75-1C03-4B45-A86E-2479AB94DC2B}"/>
              </a:ext>
            </a:extLst>
          </p:cNvPr>
          <p:cNvSpPr/>
          <p:nvPr/>
        </p:nvSpPr>
        <p:spPr>
          <a:xfrm>
            <a:off x="5255799" y="4334160"/>
            <a:ext cx="2385135" cy="1090671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w Cen MT Condensed Extra Bold" panose="020B0803020202020204" pitchFamily="34" charset="0"/>
              </a:rPr>
              <a:t>Contents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5768DC-A053-4543-AD6A-7A88084A42B5}"/>
              </a:ext>
            </a:extLst>
          </p:cNvPr>
          <p:cNvSpPr txBox="1"/>
          <p:nvPr/>
        </p:nvSpPr>
        <p:spPr>
          <a:xfrm>
            <a:off x="7502482" y="4344939"/>
            <a:ext cx="3847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TYPE-III: Harmonic Function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A6AD69-8C90-4323-BABB-72419D53FFA7}"/>
              </a:ext>
            </a:extLst>
          </p:cNvPr>
          <p:cNvSpPr txBox="1"/>
          <p:nvPr/>
        </p:nvSpPr>
        <p:spPr>
          <a:xfrm>
            <a:off x="8284140" y="5227957"/>
            <a:ext cx="30456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TYPE-IV: Find a function v for Analytic Function/Harmonic Conjugate</a:t>
            </a:r>
          </a:p>
        </p:txBody>
      </p:sp>
    </p:spTree>
    <p:extLst>
      <p:ext uri="{BB962C8B-B14F-4D97-AF65-F5344CB8AC3E}">
        <p14:creationId xmlns:p14="http://schemas.microsoft.com/office/powerpoint/2010/main" val="1244749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D55745-C8DF-4BA2-BE7D-531A78F2C9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36524"/>
            <a:ext cx="11772900" cy="25685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2868AD-D8FC-4C84-BD79-A255BAF02046}"/>
              </a:ext>
            </a:extLst>
          </p:cNvPr>
          <p:cNvSpPr/>
          <p:nvPr/>
        </p:nvSpPr>
        <p:spPr>
          <a:xfrm>
            <a:off x="0" y="117475"/>
            <a:ext cx="2743200" cy="4349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DERIVATIVES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ADE053-E6B3-4F1D-806A-304E01C093D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3956368"/>
            <a:ext cx="11772900" cy="153003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17A2C3-9630-466F-A2BF-E8D648C06482}"/>
              </a:ext>
            </a:extLst>
          </p:cNvPr>
          <p:cNvSpPr/>
          <p:nvPr/>
        </p:nvSpPr>
        <p:spPr>
          <a:xfrm>
            <a:off x="152400" y="3832225"/>
            <a:ext cx="3429000" cy="4349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Analytic Functions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53DFC6-AF84-41FF-9D0F-DA6DEDE75719}"/>
              </a:ext>
            </a:extLst>
          </p:cNvPr>
          <p:cNvSpPr/>
          <p:nvPr/>
        </p:nvSpPr>
        <p:spPr>
          <a:xfrm>
            <a:off x="11077575" y="1514475"/>
            <a:ext cx="609600" cy="4857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4BF002-86C6-4188-908C-6FF14DC30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2762250"/>
            <a:ext cx="229552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133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94BCA4-DC1D-4939-91C8-9856F014E4D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68175" cy="28546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BC1615C-65A6-4B69-87AC-E9F07E334156}"/>
              </a:ext>
            </a:extLst>
          </p:cNvPr>
          <p:cNvSpPr/>
          <p:nvPr/>
        </p:nvSpPr>
        <p:spPr>
          <a:xfrm>
            <a:off x="123825" y="0"/>
            <a:ext cx="4752975" cy="4730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Cauchy-Reimann Equations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81075D-D8F0-40E7-B9D0-00DA26E78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62275"/>
            <a:ext cx="11801475" cy="38957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6F4F563-6F75-460F-89AF-CE14DC39676A}"/>
              </a:ext>
            </a:extLst>
          </p:cNvPr>
          <p:cNvSpPr/>
          <p:nvPr/>
        </p:nvSpPr>
        <p:spPr>
          <a:xfrm>
            <a:off x="123824" y="2870518"/>
            <a:ext cx="4752975" cy="4730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Harmonic Function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D36CD5-9295-4214-93D3-6D0697B382A0}"/>
              </a:ext>
            </a:extLst>
          </p:cNvPr>
          <p:cNvSpPr/>
          <p:nvPr/>
        </p:nvSpPr>
        <p:spPr>
          <a:xfrm>
            <a:off x="11287125" y="1428750"/>
            <a:ext cx="781050" cy="3714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5B0483-7EDB-4EE9-ABB0-6DFCAAD41C2D}"/>
              </a:ext>
            </a:extLst>
          </p:cNvPr>
          <p:cNvSpPr/>
          <p:nvPr/>
        </p:nvSpPr>
        <p:spPr>
          <a:xfrm>
            <a:off x="10896600" y="4287837"/>
            <a:ext cx="781050" cy="3714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FFC600-F806-4DCC-9E63-D97D0CD28E15}"/>
              </a:ext>
            </a:extLst>
          </p:cNvPr>
          <p:cNvSpPr/>
          <p:nvPr/>
        </p:nvSpPr>
        <p:spPr>
          <a:xfrm>
            <a:off x="10896600" y="5566568"/>
            <a:ext cx="781050" cy="3714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C4382D7-8268-4D16-96CB-25111414E61D}"/>
              </a:ext>
            </a:extLst>
          </p:cNvPr>
          <p:cNvCxnSpPr/>
          <p:nvPr/>
        </p:nvCxnSpPr>
        <p:spPr>
          <a:xfrm>
            <a:off x="7534275" y="1704975"/>
            <a:ext cx="3067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F77897E-331D-47DE-8224-F3543C6A0177}"/>
              </a:ext>
            </a:extLst>
          </p:cNvPr>
          <p:cNvSpPr txBox="1"/>
          <p:nvPr/>
        </p:nvSpPr>
        <p:spPr>
          <a:xfrm>
            <a:off x="10648950" y="1520308"/>
            <a:ext cx="561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9BF94F-7424-42FA-8D2E-A441B0108F8F}"/>
              </a:ext>
            </a:extLst>
          </p:cNvPr>
          <p:cNvSpPr/>
          <p:nvPr/>
        </p:nvSpPr>
        <p:spPr>
          <a:xfrm>
            <a:off x="3133725" y="2181225"/>
            <a:ext cx="714375" cy="31432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1497606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5</a:t>
            </a:fld>
            <a:endParaRPr lang="en-US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419B04D0-10DA-46FB-8FD2-61FB0872648C}"/>
              </a:ext>
            </a:extLst>
          </p:cNvPr>
          <p:cNvSpPr/>
          <p:nvPr/>
        </p:nvSpPr>
        <p:spPr>
          <a:xfrm>
            <a:off x="123825" y="-9525"/>
            <a:ext cx="2847975" cy="1162050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TYPE-I: FINDING DERIVATIVES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3BF4AE-C1DE-44A0-82F9-C009DC152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1216816"/>
            <a:ext cx="11077575" cy="52292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5B21E26-6052-4F2A-86EB-162050589A12}"/>
              </a:ext>
            </a:extLst>
          </p:cNvPr>
          <p:cNvSpPr/>
          <p:nvPr/>
        </p:nvSpPr>
        <p:spPr>
          <a:xfrm>
            <a:off x="0" y="1216816"/>
            <a:ext cx="838200" cy="50323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highlight>
                  <a:srgbClr val="FFFF00"/>
                </a:highlight>
              </a:rPr>
              <a:t>EX-1:</a:t>
            </a:r>
          </a:p>
        </p:txBody>
      </p:sp>
    </p:spTree>
    <p:extLst>
      <p:ext uri="{BB962C8B-B14F-4D97-AF65-F5344CB8AC3E}">
        <p14:creationId xmlns:p14="http://schemas.microsoft.com/office/powerpoint/2010/main" val="1221165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6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0AEAE7D-8B8C-4AEE-B771-4F74E49B965D}"/>
              </a:ext>
            </a:extLst>
          </p:cNvPr>
          <p:cNvSpPr/>
          <p:nvPr/>
        </p:nvSpPr>
        <p:spPr>
          <a:xfrm>
            <a:off x="125507" y="-9525"/>
            <a:ext cx="2447925" cy="103822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DO YOURSELF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1C834B-EF85-47C9-A0CD-538464687F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833"/>
          <a:stretch/>
        </p:blipFill>
        <p:spPr>
          <a:xfrm>
            <a:off x="2573432" y="0"/>
            <a:ext cx="7045136" cy="1657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C3A4DC-313B-4B8F-A937-883A55D3AA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95"/>
          <a:stretch/>
        </p:blipFill>
        <p:spPr>
          <a:xfrm>
            <a:off x="2573432" y="1762124"/>
            <a:ext cx="7045136" cy="50958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47BB21B-004A-44DA-BAF7-147B135D32C2}"/>
              </a:ext>
            </a:extLst>
          </p:cNvPr>
          <p:cNvSpPr/>
          <p:nvPr/>
        </p:nvSpPr>
        <p:spPr>
          <a:xfrm>
            <a:off x="3962400" y="323851"/>
            <a:ext cx="4572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</a:rPr>
              <a:t>2:</a:t>
            </a:r>
          </a:p>
        </p:txBody>
      </p:sp>
    </p:spTree>
    <p:extLst>
      <p:ext uri="{BB962C8B-B14F-4D97-AF65-F5344CB8AC3E}">
        <p14:creationId xmlns:p14="http://schemas.microsoft.com/office/powerpoint/2010/main" val="3779277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535B34-C1C3-441B-AB54-95F5104DE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2450"/>
            <a:ext cx="10001250" cy="6305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09B5C7-AB6A-4030-816F-6D36576FA47A}"/>
              </a:ext>
            </a:extLst>
          </p:cNvPr>
          <p:cNvSpPr txBox="1"/>
          <p:nvPr/>
        </p:nvSpPr>
        <p:spPr>
          <a:xfrm>
            <a:off x="0" y="0"/>
            <a:ext cx="11106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highlight>
                  <a:srgbClr val="FFFF00"/>
                </a:highlight>
              </a:rPr>
              <a:t>Example 3:</a:t>
            </a:r>
            <a:r>
              <a:rPr lang="en-US" sz="2000" b="1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550F79-C9A3-4921-8CA6-A52626205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537" y="25400"/>
            <a:ext cx="5153025" cy="39052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38DA77-7749-4C7F-82EB-1693B8831FE3}"/>
              </a:ext>
            </a:extLst>
          </p:cNvPr>
          <p:cNvCxnSpPr/>
          <p:nvPr/>
        </p:nvCxnSpPr>
        <p:spPr>
          <a:xfrm flipH="1">
            <a:off x="6405562" y="88869"/>
            <a:ext cx="123825" cy="2635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A36DF85-1507-4DAB-B956-BAC757E7E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387" y="84168"/>
            <a:ext cx="416242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040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950E1-189E-43F7-96F0-2DC1C7529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868C08-CB58-488D-B1A9-0DBEC34BF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2FDE12-1224-4BDA-A0F2-697BDF3C2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209550"/>
            <a:ext cx="11487151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491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E4417B-EADD-4755-8D52-B6C5C2B08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1085850"/>
            <a:ext cx="11906250" cy="57721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C110FD-CF8F-4542-9910-CCDCD365AE95}"/>
              </a:ext>
            </a:extLst>
          </p:cNvPr>
          <p:cNvSpPr txBox="1"/>
          <p:nvPr/>
        </p:nvSpPr>
        <p:spPr>
          <a:xfrm>
            <a:off x="66675" y="257175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Example 4: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7A6BF7-00BC-4A41-9DD9-C8CF8162C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163" y="257175"/>
            <a:ext cx="10510838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53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10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7593F0A-0220-4F9A-B50F-92DF2F476714}"/>
              </a:ext>
            </a:extLst>
          </p:cNvPr>
          <p:cNvSpPr/>
          <p:nvPr/>
        </p:nvSpPr>
        <p:spPr>
          <a:xfrm>
            <a:off x="123825" y="0"/>
            <a:ext cx="2543175" cy="1162050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TYPE-II: Analyticity Test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2E10B50-56D9-4BF7-AE87-00204415ED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122114"/>
              </p:ext>
            </p:extLst>
          </p:nvPr>
        </p:nvGraphicFramePr>
        <p:xfrm>
          <a:off x="3292475" y="184150"/>
          <a:ext cx="8899525" cy="1117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" name="Equation" r:id="rId3" imgW="4609800" imgH="596880" progId="Equation.DSMT4">
                  <p:embed/>
                </p:oleObj>
              </mc:Choice>
              <mc:Fallback>
                <p:oleObj name="Equation" r:id="rId3" imgW="46098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92475" y="184150"/>
                        <a:ext cx="8899525" cy="11175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8CB6D5B-4A6C-4233-868A-2C83DF59FC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0472767"/>
              </p:ext>
            </p:extLst>
          </p:nvPr>
        </p:nvGraphicFramePr>
        <p:xfrm>
          <a:off x="4114800" y="2209800"/>
          <a:ext cx="9144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2" name="Equation" r:id="rId5" imgW="914400" imgH="181440" progId="Equation.DSMT4">
                  <p:embed/>
                </p:oleObj>
              </mc:Choice>
              <mc:Fallback>
                <p:oleObj name="Equation" r:id="rId5" imgW="914400" imgH="181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4800" y="2209800"/>
                        <a:ext cx="914400" cy="180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72704E4-3505-4966-B1F7-7D9AA2DB72F5}"/>
              </a:ext>
            </a:extLst>
          </p:cNvPr>
          <p:cNvSpPr txBox="1"/>
          <p:nvPr/>
        </p:nvSpPr>
        <p:spPr>
          <a:xfrm>
            <a:off x="2497138" y="148191"/>
            <a:ext cx="102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EX-1: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ABA8936D-AE81-410B-B827-5B1F1EBC81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6050300"/>
              </p:ext>
            </p:extLst>
          </p:nvPr>
        </p:nvGraphicFramePr>
        <p:xfrm>
          <a:off x="3038475" y="1301751"/>
          <a:ext cx="8516938" cy="555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3" name="Equation" r:id="rId7" imgW="4431960" imgH="3263760" progId="Equation.DSMT4">
                  <p:embed/>
                </p:oleObj>
              </mc:Choice>
              <mc:Fallback>
                <p:oleObj name="Equation" r:id="rId7" imgW="4431960" imgH="3263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38475" y="1301751"/>
                        <a:ext cx="8516938" cy="555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358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B06C2CB-E5D4-4F8E-A52C-3B700E4B1F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6538223"/>
              </p:ext>
            </p:extLst>
          </p:nvPr>
        </p:nvGraphicFramePr>
        <p:xfrm>
          <a:off x="2844800" y="136525"/>
          <a:ext cx="8899525" cy="1117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9" name="Equation" r:id="rId3" imgW="4609800" imgH="596880" progId="Equation.DSMT4">
                  <p:embed/>
                </p:oleObj>
              </mc:Choice>
              <mc:Fallback>
                <p:oleObj name="Equation" r:id="rId3" imgW="4609800" imgH="59688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D2E10B50-56D9-4BF7-AE87-00204415ED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4800" y="136525"/>
                        <a:ext cx="8899525" cy="11175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39F362D-A80B-4389-ABB8-9B553E07AED4}"/>
              </a:ext>
            </a:extLst>
          </p:cNvPr>
          <p:cNvSpPr txBox="1"/>
          <p:nvPr/>
        </p:nvSpPr>
        <p:spPr>
          <a:xfrm>
            <a:off x="257175" y="136525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Example 2: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4428D7-98EB-4E81-A309-D8CEB3ECFDD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8" b="38334"/>
          <a:stretch/>
        </p:blipFill>
        <p:spPr>
          <a:xfrm>
            <a:off x="4344590" y="1254124"/>
            <a:ext cx="7847410" cy="54673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50A9D7C-7E8C-4A3D-BAE9-304BF5FB11F9}"/>
              </a:ext>
            </a:extLst>
          </p:cNvPr>
          <p:cNvSpPr/>
          <p:nvPr/>
        </p:nvSpPr>
        <p:spPr>
          <a:xfrm>
            <a:off x="5200650" y="1543050"/>
            <a:ext cx="400050" cy="3333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1068A2-9CCD-4FB1-B46B-67A9C34E857B}"/>
              </a:ext>
            </a:extLst>
          </p:cNvPr>
          <p:cNvSpPr txBox="1"/>
          <p:nvPr/>
        </p:nvSpPr>
        <p:spPr>
          <a:xfrm>
            <a:off x="3743325" y="1507093"/>
            <a:ext cx="201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</p:spTree>
    <p:extLst>
      <p:ext uri="{BB962C8B-B14F-4D97-AF65-F5344CB8AC3E}">
        <p14:creationId xmlns:p14="http://schemas.microsoft.com/office/powerpoint/2010/main" val="2003719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7F1EAC-148A-4D15-A899-559F6514965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296"/>
          <a:stretch/>
        </p:blipFill>
        <p:spPr>
          <a:xfrm>
            <a:off x="0" y="-19050"/>
            <a:ext cx="9495235" cy="3609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E1E67A-B5B4-4842-B3E1-FBAD8331F6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3" b="57361"/>
          <a:stretch/>
        </p:blipFill>
        <p:spPr>
          <a:xfrm>
            <a:off x="804381" y="3000375"/>
            <a:ext cx="7886471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13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E42039-B726-4B75-9C3D-323D4F199B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056"/>
          <a:stretch/>
        </p:blipFill>
        <p:spPr>
          <a:xfrm>
            <a:off x="0" y="1"/>
            <a:ext cx="7133996" cy="54292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3511DF-EBBC-4632-8E75-7A3A593A80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33" b="75556"/>
          <a:stretch/>
        </p:blipFill>
        <p:spPr>
          <a:xfrm>
            <a:off x="1083652" y="5267324"/>
            <a:ext cx="7569696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6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DCA6C5-41C8-4DE6-9ADF-53AABAFFA988}"/>
              </a:ext>
            </a:extLst>
          </p:cNvPr>
          <p:cNvSpPr txBox="1"/>
          <p:nvPr/>
        </p:nvSpPr>
        <p:spPr>
          <a:xfrm>
            <a:off x="133350" y="93106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Example 3: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6A1AEAE-3EDF-4D89-AF0E-3D12461E65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6251964"/>
              </p:ext>
            </p:extLst>
          </p:nvPr>
        </p:nvGraphicFramePr>
        <p:xfrm>
          <a:off x="1619250" y="64809"/>
          <a:ext cx="99060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9" name="Equation" r:id="rId3" imgW="4381200" imgH="190440" progId="Equation.DSMT4">
                  <p:embed/>
                </p:oleObj>
              </mc:Choice>
              <mc:Fallback>
                <p:oleObj name="Equation" r:id="rId3" imgW="438120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250" y="64809"/>
                        <a:ext cx="9906000" cy="430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161F065-F885-4CE0-A03C-6C5D563149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463555"/>
              </p:ext>
            </p:extLst>
          </p:nvPr>
        </p:nvGraphicFramePr>
        <p:xfrm>
          <a:off x="485775" y="647700"/>
          <a:ext cx="6734175" cy="556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" name="Equation" r:id="rId5" imgW="2247840" imgH="2070000" progId="Equation.DSMT4">
                  <p:embed/>
                </p:oleObj>
              </mc:Choice>
              <mc:Fallback>
                <p:oleObj name="Equation" r:id="rId5" imgW="2247840" imgH="2070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5775" y="647700"/>
                        <a:ext cx="6734175" cy="556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5210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7912566-3F39-45CE-B298-D4555EC022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358457"/>
              </p:ext>
            </p:extLst>
          </p:nvPr>
        </p:nvGraphicFramePr>
        <p:xfrm>
          <a:off x="149225" y="136525"/>
          <a:ext cx="5318125" cy="638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Equation" r:id="rId3" imgW="1854000" imgH="3124080" progId="Equation.DSMT4">
                  <p:embed/>
                </p:oleObj>
              </mc:Choice>
              <mc:Fallback>
                <p:oleObj name="Equation" r:id="rId3" imgW="1854000" imgH="3124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9225" y="136525"/>
                        <a:ext cx="5318125" cy="6388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9596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BB1CF91-4434-4666-8645-7DC45C0FD3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095299"/>
              </p:ext>
            </p:extLst>
          </p:nvPr>
        </p:nvGraphicFramePr>
        <p:xfrm>
          <a:off x="3035300" y="136525"/>
          <a:ext cx="915670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2" name="Equation" r:id="rId3" imgW="4609800" imgH="571320" progId="Equation.DSMT4">
                  <p:embed/>
                </p:oleObj>
              </mc:Choice>
              <mc:Fallback>
                <p:oleObj name="Equation" r:id="rId3" imgW="4609800" imgH="57132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9B06C2CB-E5D4-4F8E-A52C-3B700E4B1F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35300" y="136525"/>
                        <a:ext cx="9156700" cy="1165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6948ADA-F5CF-469F-8D16-1A2E7267704B}"/>
              </a:ext>
            </a:extLst>
          </p:cNvPr>
          <p:cNvSpPr txBox="1"/>
          <p:nvPr/>
        </p:nvSpPr>
        <p:spPr>
          <a:xfrm>
            <a:off x="990600" y="136525"/>
            <a:ext cx="219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Ex- 4</a:t>
            </a:r>
            <a:r>
              <a:rPr lang="en-US" b="1" dirty="0">
                <a:solidFill>
                  <a:schemeClr val="accent6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80CD42-788B-4CF5-BE8E-944E5ECA06E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39" b="23473"/>
          <a:stretch/>
        </p:blipFill>
        <p:spPr>
          <a:xfrm>
            <a:off x="2759075" y="1165224"/>
            <a:ext cx="9356725" cy="56927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C7E8780-E7A7-4ABB-BF1B-872662627C4E}"/>
              </a:ext>
            </a:extLst>
          </p:cNvPr>
          <p:cNvSpPr/>
          <p:nvPr/>
        </p:nvSpPr>
        <p:spPr>
          <a:xfrm>
            <a:off x="2428876" y="1285875"/>
            <a:ext cx="18288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Solution: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35A3473-E05C-41BC-BEEC-353D5A90D01A}"/>
              </a:ext>
            </a:extLst>
          </p:cNvPr>
          <p:cNvSpPr/>
          <p:nvPr/>
        </p:nvSpPr>
        <p:spPr>
          <a:xfrm>
            <a:off x="-38099" y="-13256"/>
            <a:ext cx="2247899" cy="103822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DO YOURSELF</a:t>
            </a:r>
          </a:p>
        </p:txBody>
      </p:sp>
    </p:spTree>
    <p:extLst>
      <p:ext uri="{BB962C8B-B14F-4D97-AF65-F5344CB8AC3E}">
        <p14:creationId xmlns:p14="http://schemas.microsoft.com/office/powerpoint/2010/main" val="1530338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8674CD-2260-429A-AD30-81B4B4BCE7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972"/>
          <a:stretch/>
        </p:blipFill>
        <p:spPr>
          <a:xfrm>
            <a:off x="226402" y="136524"/>
            <a:ext cx="11965598" cy="2740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AD6B3B-69A7-46F3-9E3D-3DD58C2994DE}"/>
              </a:ext>
            </a:extLst>
          </p:cNvPr>
          <p:cNvSpPr txBox="1"/>
          <p:nvPr/>
        </p:nvSpPr>
        <p:spPr>
          <a:xfrm>
            <a:off x="76199" y="2584450"/>
            <a:ext cx="94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Ex- 5</a:t>
            </a:r>
            <a:r>
              <a:rPr lang="en-US" b="1" dirty="0">
                <a:solidFill>
                  <a:schemeClr val="accent6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: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43CF069-6F39-40F0-B2B2-3384CA328E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839958"/>
              </p:ext>
            </p:extLst>
          </p:nvPr>
        </p:nvGraphicFramePr>
        <p:xfrm>
          <a:off x="1092200" y="2423041"/>
          <a:ext cx="651827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" name="Equation" r:id="rId4" imgW="2489040" imgH="342720" progId="Equation.DSMT4">
                  <p:embed/>
                </p:oleObj>
              </mc:Choice>
              <mc:Fallback>
                <p:oleObj name="Equation" r:id="rId4" imgW="24890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92200" y="2423041"/>
                        <a:ext cx="6518275" cy="692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F93C39A-BFA5-4CC8-A8D4-C88E2FFFA2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966110"/>
              </p:ext>
            </p:extLst>
          </p:nvPr>
        </p:nvGraphicFramePr>
        <p:xfrm>
          <a:off x="1914524" y="3001924"/>
          <a:ext cx="9648826" cy="3755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" name="Equation" r:id="rId6" imgW="4647960" imgH="1993680" progId="Equation.DSMT4">
                  <p:embed/>
                </p:oleObj>
              </mc:Choice>
              <mc:Fallback>
                <p:oleObj name="Equation" r:id="rId6" imgW="4647960" imgH="1993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14524" y="3001924"/>
                        <a:ext cx="9648826" cy="37555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576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C80B7AC-32CF-48EA-957D-A888A6B553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802667"/>
              </p:ext>
            </p:extLst>
          </p:nvPr>
        </p:nvGraphicFramePr>
        <p:xfrm>
          <a:off x="98425" y="136525"/>
          <a:ext cx="10026650" cy="503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0" name="Equation" r:id="rId3" imgW="4127400" imgH="2298600" progId="Equation.DSMT4">
                  <p:embed/>
                </p:oleObj>
              </mc:Choice>
              <mc:Fallback>
                <p:oleObj name="Equation" r:id="rId3" imgW="4127400" imgH="229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425" y="136525"/>
                        <a:ext cx="10026650" cy="5035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9264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19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944FCF3-4328-490B-8426-16F0F4794C71}"/>
              </a:ext>
            </a:extLst>
          </p:cNvPr>
          <p:cNvSpPr/>
          <p:nvPr/>
        </p:nvSpPr>
        <p:spPr>
          <a:xfrm>
            <a:off x="123825" y="0"/>
            <a:ext cx="2543175" cy="1162050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TYPE-III: Harmonic Function 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CF1CB12-1874-4400-8C08-750AF0381F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0903485"/>
              </p:ext>
            </p:extLst>
          </p:nvPr>
        </p:nvGraphicFramePr>
        <p:xfrm>
          <a:off x="4033838" y="690563"/>
          <a:ext cx="77025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2" name="Equation" r:id="rId3" imgW="3225600" imgH="203040" progId="Equation.DSMT4">
                  <p:embed/>
                </p:oleObj>
              </mc:Choice>
              <mc:Fallback>
                <p:oleObj name="Equation" r:id="rId3" imgW="3225600" imgH="2030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A5791368-BF71-490C-B741-0766A3EF84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33838" y="690563"/>
                        <a:ext cx="7702550" cy="48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C64AD5B-9671-47D0-A204-CC09806FD0C4}"/>
              </a:ext>
            </a:extLst>
          </p:cNvPr>
          <p:cNvSpPr txBox="1"/>
          <p:nvPr/>
        </p:nvSpPr>
        <p:spPr>
          <a:xfrm>
            <a:off x="3381375" y="136525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Example 1: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6473190-A830-4054-A64B-8D4D14FEFA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8746845"/>
              </p:ext>
            </p:extLst>
          </p:nvPr>
        </p:nvGraphicFramePr>
        <p:xfrm>
          <a:off x="4191000" y="1476375"/>
          <a:ext cx="7229475" cy="500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3" name="Equation" r:id="rId5" imgW="2755800" imgH="2425680" progId="Equation.DSMT4">
                  <p:embed/>
                </p:oleObj>
              </mc:Choice>
              <mc:Fallback>
                <p:oleObj name="Equation" r:id="rId5" imgW="2755800" imgH="2425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91000" y="1476375"/>
                        <a:ext cx="7229475" cy="5000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18B23C3-A028-43CD-9F81-CB71ADBD3590}"/>
              </a:ext>
            </a:extLst>
          </p:cNvPr>
          <p:cNvSpPr txBox="1"/>
          <p:nvPr/>
        </p:nvSpPr>
        <p:spPr>
          <a:xfrm>
            <a:off x="2395537" y="1476375"/>
            <a:ext cx="197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</p:spTree>
    <p:extLst>
      <p:ext uri="{BB962C8B-B14F-4D97-AF65-F5344CB8AC3E}">
        <p14:creationId xmlns:p14="http://schemas.microsoft.com/office/powerpoint/2010/main" val="2685665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163634-192C-4648-A7F1-8FFC2001A461}"/>
              </a:ext>
            </a:extLst>
          </p:cNvPr>
          <p:cNvSpPr txBox="1"/>
          <p:nvPr/>
        </p:nvSpPr>
        <p:spPr>
          <a:xfrm>
            <a:off x="1885950" y="136525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Example 2: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ADC829F-57BF-4D01-A34A-40817093B7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2263391"/>
              </p:ext>
            </p:extLst>
          </p:nvPr>
        </p:nvGraphicFramePr>
        <p:xfrm>
          <a:off x="3581400" y="38100"/>
          <a:ext cx="794543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0" name="Equation" r:id="rId3" imgW="3327120" imgH="203040" progId="Equation.DSMT4">
                  <p:embed/>
                </p:oleObj>
              </mc:Choice>
              <mc:Fallback>
                <p:oleObj name="Equation" r:id="rId3" imgW="3327120" imgH="2030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8CF1CB12-1874-4400-8C08-750AF0381F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81400" y="38100"/>
                        <a:ext cx="7945437" cy="48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E2E025F-65D3-4843-8566-AD9404091ABF}"/>
              </a:ext>
            </a:extLst>
          </p:cNvPr>
          <p:cNvSpPr txBox="1"/>
          <p:nvPr/>
        </p:nvSpPr>
        <p:spPr>
          <a:xfrm>
            <a:off x="2066925" y="781050"/>
            <a:ext cx="197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4274C7E9-EBB6-46DE-94B4-D2409698AC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543024"/>
              </p:ext>
            </p:extLst>
          </p:nvPr>
        </p:nvGraphicFramePr>
        <p:xfrm>
          <a:off x="3695700" y="781050"/>
          <a:ext cx="7762875" cy="557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1" name="Equation" r:id="rId5" imgW="2755800" imgH="2425680" progId="Equation.DSMT4">
                  <p:embed/>
                </p:oleObj>
              </mc:Choice>
              <mc:Fallback>
                <p:oleObj name="Equation" r:id="rId5" imgW="2755800" imgH="242568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26473190-A830-4054-A64B-8D4D14FEFA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95700" y="781050"/>
                        <a:ext cx="7762875" cy="557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6274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BE041-1176-4D7D-BF4F-FE75A1ADC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C510D1-65DA-42FF-9263-21E271D95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21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57EB0F8-6EC6-4639-B450-A34EE66A1CC6}"/>
              </a:ext>
            </a:extLst>
          </p:cNvPr>
          <p:cNvSpPr/>
          <p:nvPr/>
        </p:nvSpPr>
        <p:spPr>
          <a:xfrm>
            <a:off x="-38099" y="-13256"/>
            <a:ext cx="2247899" cy="103822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DO YOURSELF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CBBF6A-13F3-4F05-BBF0-06A41BAF172B}"/>
              </a:ext>
            </a:extLst>
          </p:cNvPr>
          <p:cNvSpPr txBox="1"/>
          <p:nvPr/>
        </p:nvSpPr>
        <p:spPr>
          <a:xfrm>
            <a:off x="2143125" y="210244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Example 3: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2990BB7-61E3-4410-BDCB-F46B9A3CE1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2933380"/>
              </p:ext>
            </p:extLst>
          </p:nvPr>
        </p:nvGraphicFramePr>
        <p:xfrm>
          <a:off x="3822700" y="136525"/>
          <a:ext cx="74612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8" name="Equation" r:id="rId3" imgW="3124080" imgH="203040" progId="Equation.DSMT4">
                  <p:embed/>
                </p:oleObj>
              </mc:Choice>
              <mc:Fallback>
                <p:oleObj name="Equation" r:id="rId3" imgW="3124080" imgH="2030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FADC829F-57BF-4D01-A34A-40817093B7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22700" y="136525"/>
                        <a:ext cx="7461250" cy="48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64336E9-3A7B-42F9-AB2B-E9E75D394C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7869336"/>
              </p:ext>
            </p:extLst>
          </p:nvPr>
        </p:nvGraphicFramePr>
        <p:xfrm>
          <a:off x="2484438" y="903010"/>
          <a:ext cx="8335962" cy="5818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9" name="Equation" r:id="rId5" imgW="3263760" imgH="2425680" progId="Equation.DSMT4">
                  <p:embed/>
                </p:oleObj>
              </mc:Choice>
              <mc:Fallback>
                <p:oleObj name="Equation" r:id="rId5" imgW="3263760" imgH="242568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4274C7E9-EBB6-46DE-94B4-D2409698AC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84438" y="903010"/>
                        <a:ext cx="8335962" cy="5818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786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CA980-9D75-4933-901F-01A1D9E78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1F1391-B52A-4B3E-B7DA-E50918EFD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24E01-3864-49A0-B602-2FF6262F8474}"/>
              </a:ext>
            </a:extLst>
          </p:cNvPr>
          <p:cNvSpPr txBox="1"/>
          <p:nvPr/>
        </p:nvSpPr>
        <p:spPr>
          <a:xfrm>
            <a:off x="1966912" y="136525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Example 4: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4BF42A-6FF7-4726-80B0-77A898EE846E}"/>
              </a:ext>
            </a:extLst>
          </p:cNvPr>
          <p:cNvSpPr txBox="1"/>
          <p:nvPr/>
        </p:nvSpPr>
        <p:spPr>
          <a:xfrm>
            <a:off x="2057400" y="923925"/>
            <a:ext cx="197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C3C49ACB-8D8B-4B1F-9BEA-D24FCEFC8C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0924893"/>
              </p:ext>
            </p:extLst>
          </p:nvPr>
        </p:nvGraphicFramePr>
        <p:xfrm>
          <a:off x="3551238" y="76200"/>
          <a:ext cx="746283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0" name="Equation" r:id="rId3" imgW="3124080" imgH="203040" progId="Equation.DSMT4">
                  <p:embed/>
                </p:oleObj>
              </mc:Choice>
              <mc:Fallback>
                <p:oleObj name="Equation" r:id="rId3" imgW="3124080" imgH="2030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02990BB7-61E3-4410-BDCB-F46B9A3CE1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51238" y="76200"/>
                        <a:ext cx="7462837" cy="48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A3B8702-BC9A-445A-9C39-67AD898225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288328"/>
              </p:ext>
            </p:extLst>
          </p:nvPr>
        </p:nvGraphicFramePr>
        <p:xfrm>
          <a:off x="4119562" y="1039813"/>
          <a:ext cx="7038975" cy="581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1" name="Equation" r:id="rId5" imgW="2755800" imgH="2425680" progId="Equation.DSMT4">
                  <p:embed/>
                </p:oleObj>
              </mc:Choice>
              <mc:Fallback>
                <p:oleObj name="Equation" r:id="rId5" imgW="2755800" imgH="242568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64336E9-3A7B-42F9-AB2B-E9E75D394C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9562" y="1039813"/>
                        <a:ext cx="7038975" cy="5818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21631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23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E447E58-5A69-4BF8-969D-E0BC254B7C5B}"/>
              </a:ext>
            </a:extLst>
          </p:cNvPr>
          <p:cNvSpPr/>
          <p:nvPr/>
        </p:nvSpPr>
        <p:spPr>
          <a:xfrm>
            <a:off x="0" y="0"/>
            <a:ext cx="3752850" cy="1162050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TYPE-IV: Find a function v for Analytic Function/Harmonic Conjugate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48219D-18BF-4CB9-9755-4BDE77E49E53}"/>
              </a:ext>
            </a:extLst>
          </p:cNvPr>
          <p:cNvSpPr txBox="1"/>
          <p:nvPr/>
        </p:nvSpPr>
        <p:spPr>
          <a:xfrm>
            <a:off x="3752850" y="182581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Example 1: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EA269B9-FD8A-48E5-9950-369818B37B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888884"/>
              </p:ext>
            </p:extLst>
          </p:nvPr>
        </p:nvGraphicFramePr>
        <p:xfrm>
          <a:off x="3678238" y="754063"/>
          <a:ext cx="8439150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6" name="Equation" r:id="rId3" imgW="3644640" imgH="368280" progId="Equation.DSMT4">
                  <p:embed/>
                </p:oleObj>
              </mc:Choice>
              <mc:Fallback>
                <p:oleObj name="Equation" r:id="rId3" imgW="364464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78238" y="754063"/>
                        <a:ext cx="8439150" cy="814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BEB5505-EB71-468E-ABA9-BCA2358165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144029"/>
              </p:ext>
            </p:extLst>
          </p:nvPr>
        </p:nvGraphicFramePr>
        <p:xfrm>
          <a:off x="4338637" y="2379662"/>
          <a:ext cx="6650037" cy="397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7" name="Equation" r:id="rId5" imgW="2184120" imgH="1485720" progId="Equation.DSMT4">
                  <p:embed/>
                </p:oleObj>
              </mc:Choice>
              <mc:Fallback>
                <p:oleObj name="Equation" r:id="rId5" imgW="2184120" imgH="148572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F77EF3B-437B-442C-AC43-426BE5C18C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38637" y="2379662"/>
                        <a:ext cx="6650037" cy="3976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13F34EC-06B7-4F31-8D4C-62A8046C4A7B}"/>
              </a:ext>
            </a:extLst>
          </p:cNvPr>
          <p:cNvSpPr txBox="1"/>
          <p:nvPr/>
        </p:nvSpPr>
        <p:spPr>
          <a:xfrm>
            <a:off x="3419475" y="1931468"/>
            <a:ext cx="197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</p:spTree>
    <p:extLst>
      <p:ext uri="{BB962C8B-B14F-4D97-AF65-F5344CB8AC3E}">
        <p14:creationId xmlns:p14="http://schemas.microsoft.com/office/powerpoint/2010/main" val="17940745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24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9F18326-25F4-41C6-8346-9ACE8718A1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604442"/>
              </p:ext>
            </p:extLst>
          </p:nvPr>
        </p:nvGraphicFramePr>
        <p:xfrm>
          <a:off x="276225" y="136525"/>
          <a:ext cx="9353550" cy="611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1" name="Equation" r:id="rId3" imgW="3403440" imgH="2679480" progId="Equation.DSMT4">
                  <p:embed/>
                </p:oleObj>
              </mc:Choice>
              <mc:Fallback>
                <p:oleObj name="Equation" r:id="rId3" imgW="3403440" imgH="267948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59F18326-25F4-41C6-8346-9ACE8718A1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6225" y="136525"/>
                        <a:ext cx="9353550" cy="6111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5314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AA762A-384E-4CFF-A34F-F27D167A1515}"/>
              </a:ext>
            </a:extLst>
          </p:cNvPr>
          <p:cNvSpPr txBox="1"/>
          <p:nvPr/>
        </p:nvSpPr>
        <p:spPr>
          <a:xfrm>
            <a:off x="0" y="39171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Example 2: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F3CFC41-E80E-4570-950C-D36ECF44CB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7935200"/>
              </p:ext>
            </p:extLst>
          </p:nvPr>
        </p:nvGraphicFramePr>
        <p:xfrm>
          <a:off x="1619250" y="-86166"/>
          <a:ext cx="10052050" cy="1044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0" name="Equation" r:id="rId3" imgW="4228920" imgH="419040" progId="Equation.DSMT4">
                  <p:embed/>
                </p:oleObj>
              </mc:Choice>
              <mc:Fallback>
                <p:oleObj name="Equation" r:id="rId3" imgW="42289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250" y="-86166"/>
                        <a:ext cx="10052050" cy="10445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98C6FFF-9156-40D1-8012-D5F148825D53}"/>
              </a:ext>
            </a:extLst>
          </p:cNvPr>
          <p:cNvSpPr txBox="1"/>
          <p:nvPr/>
        </p:nvSpPr>
        <p:spPr>
          <a:xfrm>
            <a:off x="180975" y="1057056"/>
            <a:ext cx="197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F77EF3B-437B-442C-AC43-426BE5C18C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3732541"/>
              </p:ext>
            </p:extLst>
          </p:nvPr>
        </p:nvGraphicFramePr>
        <p:xfrm>
          <a:off x="1524000" y="1635698"/>
          <a:ext cx="10052050" cy="404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1" name="Equation" r:id="rId5" imgW="3301920" imgH="1511280" progId="Equation.DSMT4">
                  <p:embed/>
                </p:oleObj>
              </mc:Choice>
              <mc:Fallback>
                <p:oleObj name="Equation" r:id="rId5" imgW="3301920" imgH="1511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4000" y="1635698"/>
                        <a:ext cx="10052050" cy="4043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94155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26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9F18326-25F4-41C6-8346-9ACE8718A1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835493"/>
              </p:ext>
            </p:extLst>
          </p:nvPr>
        </p:nvGraphicFramePr>
        <p:xfrm>
          <a:off x="0" y="1"/>
          <a:ext cx="121158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" name="Equation" r:id="rId3" imgW="4076640" imgH="3263760" progId="Equation.DSMT4">
                  <p:embed/>
                </p:oleObj>
              </mc:Choice>
              <mc:Fallback>
                <p:oleObj name="Equation" r:id="rId3" imgW="4076640" imgH="3263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1"/>
                        <a:ext cx="12115800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4447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27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D4BD86F-2CEB-429B-9208-7B5728A1125E}"/>
              </a:ext>
            </a:extLst>
          </p:cNvPr>
          <p:cNvSpPr/>
          <p:nvPr/>
        </p:nvSpPr>
        <p:spPr>
          <a:xfrm>
            <a:off x="0" y="-13256"/>
            <a:ext cx="2209800" cy="103822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DO YOURSELF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9CFD241-2060-42E3-A187-1C13736C99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842960"/>
              </p:ext>
            </p:extLst>
          </p:nvPr>
        </p:nvGraphicFramePr>
        <p:xfrm>
          <a:off x="2200275" y="781050"/>
          <a:ext cx="9931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6" name="Equation" r:id="rId3" imgW="4178160" imgH="419040" progId="Equation.DSMT4">
                  <p:embed/>
                </p:oleObj>
              </mc:Choice>
              <mc:Fallback>
                <p:oleObj name="Equation" r:id="rId3" imgW="4178160" imgH="41904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1F3CFC41-E80E-4570-950C-D36ECF44CB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00275" y="781050"/>
                        <a:ext cx="99314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3003947-709F-4D45-990E-A2C61A8CD9E3}"/>
              </a:ext>
            </a:extLst>
          </p:cNvPr>
          <p:cNvSpPr txBox="1"/>
          <p:nvPr/>
        </p:nvSpPr>
        <p:spPr>
          <a:xfrm>
            <a:off x="2209800" y="410531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Example 3: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CB7A045E-B55C-4137-93A3-6F6BF648D8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7171608"/>
              </p:ext>
            </p:extLst>
          </p:nvPr>
        </p:nvGraphicFramePr>
        <p:xfrm>
          <a:off x="2328862" y="2113757"/>
          <a:ext cx="9586913" cy="404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7" name="Equation" r:id="rId5" imgW="3149280" imgH="1511280" progId="Equation.DSMT4">
                  <p:embed/>
                </p:oleObj>
              </mc:Choice>
              <mc:Fallback>
                <p:oleObj name="Equation" r:id="rId5" imgW="3149280" imgH="15112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F77EF3B-437B-442C-AC43-426BE5C18C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28862" y="2113757"/>
                        <a:ext cx="9586913" cy="4043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25A2BD1-6F65-43CD-9F24-D49E7EAB13EB}"/>
              </a:ext>
            </a:extLst>
          </p:cNvPr>
          <p:cNvSpPr txBox="1"/>
          <p:nvPr/>
        </p:nvSpPr>
        <p:spPr>
          <a:xfrm>
            <a:off x="1000125" y="1761094"/>
            <a:ext cx="197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</p:spTree>
    <p:extLst>
      <p:ext uri="{BB962C8B-B14F-4D97-AF65-F5344CB8AC3E}">
        <p14:creationId xmlns:p14="http://schemas.microsoft.com/office/powerpoint/2010/main" val="29187505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28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9B81AE1-8320-45FD-B018-1D56EFA81D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158966"/>
              </p:ext>
            </p:extLst>
          </p:nvPr>
        </p:nvGraphicFramePr>
        <p:xfrm>
          <a:off x="196849" y="1"/>
          <a:ext cx="9890126" cy="6486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3" name="Equation" r:id="rId3" imgW="4025880" imgH="2984400" progId="Equation.DSMT4">
                  <p:embed/>
                </p:oleObj>
              </mc:Choice>
              <mc:Fallback>
                <p:oleObj name="Equation" r:id="rId3" imgW="4025880" imgH="298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849" y="1"/>
                        <a:ext cx="9890126" cy="64865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15873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1FBC98-D2BA-4EC1-BDB1-A6427C921E42}"/>
              </a:ext>
            </a:extLst>
          </p:cNvPr>
          <p:cNvSpPr txBox="1"/>
          <p:nvPr/>
        </p:nvSpPr>
        <p:spPr>
          <a:xfrm>
            <a:off x="0" y="131205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Example 4: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439E756-8D16-41DB-817B-7A5D2091FE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343579"/>
              </p:ext>
            </p:extLst>
          </p:nvPr>
        </p:nvGraphicFramePr>
        <p:xfrm>
          <a:off x="1543050" y="20596"/>
          <a:ext cx="10553700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6" name="Equation" r:id="rId3" imgW="4419360" imgH="419040" progId="Equation.DSMT4">
                  <p:embed/>
                </p:oleObj>
              </mc:Choice>
              <mc:Fallback>
                <p:oleObj name="Equation" r:id="rId3" imgW="4419360" imgH="4190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B9CFD241-2060-42E3-A187-1C13736C9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3050" y="20596"/>
                        <a:ext cx="10553700" cy="969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160F6E7-3C51-4BD0-A1FF-56D51431A4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681251"/>
              </p:ext>
            </p:extLst>
          </p:nvPr>
        </p:nvGraphicFramePr>
        <p:xfrm>
          <a:off x="4171951" y="2264847"/>
          <a:ext cx="6219824" cy="3859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7" name="Equation" r:id="rId5" imgW="2387520" imgH="1485720" progId="Equation.DSMT4">
                  <p:embed/>
                </p:oleObj>
              </mc:Choice>
              <mc:Fallback>
                <p:oleObj name="Equation" r:id="rId5" imgW="2387520" imgH="148572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3BEB5505-EB71-468E-ABA9-BCA2358165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71951" y="2264847"/>
                        <a:ext cx="6219824" cy="38597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FFF9EBE-1879-4D71-A352-E70C2E43F6ED}"/>
              </a:ext>
            </a:extLst>
          </p:cNvPr>
          <p:cNvSpPr txBox="1"/>
          <p:nvPr/>
        </p:nvSpPr>
        <p:spPr>
          <a:xfrm>
            <a:off x="2595562" y="1848406"/>
            <a:ext cx="197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</p:spTree>
    <p:extLst>
      <p:ext uri="{BB962C8B-B14F-4D97-AF65-F5344CB8AC3E}">
        <p14:creationId xmlns:p14="http://schemas.microsoft.com/office/powerpoint/2010/main" val="38731595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30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73BC44B-2D4C-4BA0-9960-DDBAA1D7D8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118112"/>
              </p:ext>
            </p:extLst>
          </p:nvPr>
        </p:nvGraphicFramePr>
        <p:xfrm>
          <a:off x="163513" y="282574"/>
          <a:ext cx="8447087" cy="607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8" name="Equation" r:id="rId3" imgW="3073320" imgH="2476440" progId="Equation.DSMT4">
                  <p:embed/>
                </p:oleObj>
              </mc:Choice>
              <mc:Fallback>
                <p:oleObj name="Equation" r:id="rId3" imgW="3073320" imgH="247644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59F18326-25F4-41C6-8346-9ACE8718A1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3513" y="282574"/>
                        <a:ext cx="8447087" cy="6073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46861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806BED-D4BD-4D67-A321-EFB9DA09BBFD}"/>
              </a:ext>
            </a:extLst>
          </p:cNvPr>
          <p:cNvSpPr txBox="1"/>
          <p:nvPr/>
        </p:nvSpPr>
        <p:spPr>
          <a:xfrm>
            <a:off x="0" y="131205"/>
            <a:ext cx="215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Example 5: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A5791368-BF71-490C-B741-0766A3EF84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6327193"/>
              </p:ext>
            </p:extLst>
          </p:nvPr>
        </p:nvGraphicFramePr>
        <p:xfrm>
          <a:off x="1684338" y="70365"/>
          <a:ext cx="10250487" cy="49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0" name="Equation" r:id="rId3" imgW="4292280" imgH="203040" progId="Equation.DSMT4">
                  <p:embed/>
                </p:oleObj>
              </mc:Choice>
              <mc:Fallback>
                <p:oleObj name="Equation" r:id="rId3" imgW="4292280" imgH="2030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4439E756-8D16-41DB-817B-7A5D2091FE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4338" y="70365"/>
                        <a:ext cx="10250487" cy="491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7BDDE18-DED0-4776-A846-9E574295C92A}"/>
              </a:ext>
            </a:extLst>
          </p:cNvPr>
          <p:cNvSpPr txBox="1"/>
          <p:nvPr/>
        </p:nvSpPr>
        <p:spPr>
          <a:xfrm>
            <a:off x="2419350" y="984806"/>
            <a:ext cx="197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09766C51-6B09-405C-B679-7913119C00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559881"/>
              </p:ext>
            </p:extLst>
          </p:nvPr>
        </p:nvGraphicFramePr>
        <p:xfrm>
          <a:off x="3957638" y="1597303"/>
          <a:ext cx="6286500" cy="3663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1" name="Equation" r:id="rId5" imgW="2412720" imgH="1485720" progId="Equation.DSMT4">
                  <p:embed/>
                </p:oleObj>
              </mc:Choice>
              <mc:Fallback>
                <p:oleObj name="Equation" r:id="rId5" imgW="2412720" imgH="148572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2160F6E7-3C51-4BD0-A1FF-56D51431A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57638" y="1597303"/>
                        <a:ext cx="6286500" cy="36633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36874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360-FA8A-4E4D-A4A7-517D842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0415E-209B-4663-8157-FD9E0D7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32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2289428-8847-4153-B5DA-60A8035B8F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312875"/>
              </p:ext>
            </p:extLst>
          </p:nvPr>
        </p:nvGraphicFramePr>
        <p:xfrm>
          <a:off x="111125" y="282575"/>
          <a:ext cx="8551863" cy="607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5" name="Equation" r:id="rId3" imgW="3111480" imgH="2476440" progId="Equation.DSMT4">
                  <p:embed/>
                </p:oleObj>
              </mc:Choice>
              <mc:Fallback>
                <p:oleObj name="Equation" r:id="rId3" imgW="3111480" imgH="24764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573BC44B-2D4C-4BA0-9960-DDBAA1D7D8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125" y="282575"/>
                        <a:ext cx="8551863" cy="6073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1311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5699</TotalTime>
  <Words>257</Words>
  <Application>Microsoft Office PowerPoint</Application>
  <PresentationFormat>Widescreen</PresentationFormat>
  <Paragraphs>121</Paragraphs>
  <Slides>32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Arial Black</vt:lpstr>
      <vt:lpstr>Calibri</vt:lpstr>
      <vt:lpstr>Calibri Light</vt:lpstr>
      <vt:lpstr>Sitka Banner</vt:lpstr>
      <vt:lpstr>Times New Roman</vt:lpstr>
      <vt:lpstr>Tw Cen MT Condensed Extra Bold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kcv</dc:creator>
  <cp:lastModifiedBy>ThinkPad</cp:lastModifiedBy>
  <cp:revision>397</cp:revision>
  <dcterms:created xsi:type="dcterms:W3CDTF">2024-04-27T09:17:32Z</dcterms:created>
  <dcterms:modified xsi:type="dcterms:W3CDTF">2026-01-03T09:08:44Z</dcterms:modified>
</cp:coreProperties>
</file>