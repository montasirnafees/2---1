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63" r:id="rId2"/>
    <p:sldId id="264" r:id="rId3"/>
    <p:sldId id="265" r:id="rId4"/>
    <p:sldId id="279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8" r:id="rId16"/>
    <p:sldId id="276" r:id="rId17"/>
    <p:sldId id="27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AA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3A452-B961-4A54-B530-4E6671BD561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F38D3-F6E1-417B-8A40-D62BBDD27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37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FC85A0-BDF0-43DE-84B8-A00E743734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10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248F-29FC-47B1-BA71-36E3FE9B8B32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2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23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6BDC-08A3-4386-BDCF-B7E2239B2D4A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1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7F5E-0325-4CF2-A52D-E5D76A068EDF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29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12D1C-CE9E-4E16-B350-97D0E823F121}" type="datetime1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11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A659A-B6AB-4FBC-9AD1-6FB0678898B7}" type="datetime1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205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53B74-C8AE-4543-99F7-30AACFAED325}" type="datetime1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46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8871D-5DA4-4DCF-AF65-212F23F4BFED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38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D4A45-D1C0-4E5E-BE57-9765DCD4D490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3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49A8-9B8F-4B69-BCF1-361BF44FBA13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64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396FA-F610-4150-9D63-C46A2C3DFB0F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3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EFF80-BAB3-4094-96B5-DC8EBCD2E218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5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9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6FE11E-7142-4712-A99F-88582EB9D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0"/>
            <a:ext cx="1219198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0CAA981-2C11-4FB4-A6A2-67F4E9474D86}"/>
              </a:ext>
            </a:extLst>
          </p:cNvPr>
          <p:cNvSpPr txBox="1">
            <a:spLocks/>
          </p:cNvSpPr>
          <p:nvPr/>
        </p:nvSpPr>
        <p:spPr>
          <a:xfrm>
            <a:off x="1625886" y="227599"/>
            <a:ext cx="9125163" cy="1296402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Course Code: MATH 211</a:t>
            </a:r>
          </a:p>
          <a:p>
            <a:pPr algn="ctr"/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MATH III</a:t>
            </a:r>
            <a:endParaRPr lang="en-US" sz="33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3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11 (Residue)</a:t>
            </a:r>
            <a:endParaRPr lang="en-US" sz="3300" b="1" dirty="0">
              <a:solidFill>
                <a:srgbClr val="92D050"/>
              </a:solidFill>
              <a:latin typeface="Sitka Banner" panose="02000505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47341F-0D3F-4D32-8F16-2599205E8FDD}"/>
              </a:ext>
            </a:extLst>
          </p:cNvPr>
          <p:cNvSpPr txBox="1"/>
          <p:nvPr/>
        </p:nvSpPr>
        <p:spPr>
          <a:xfrm>
            <a:off x="6877050" y="3976312"/>
            <a:ext cx="5115889" cy="280698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7620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Tazin</a:t>
            </a: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Tamanna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Lecturer in Mathematics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Science and Humanities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M.Sc. in Applied Mathematics (KU)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B.Sc. in Mathematics (KU)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642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810426-81E6-4D30-9D77-51D6A263E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7" y="347662"/>
            <a:ext cx="9515475" cy="543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842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F8774D-715D-4ED2-B51D-F36E326D6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2" y="214312"/>
            <a:ext cx="9286875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133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C5FCE-2372-4EFF-A11A-6D3B3E0CA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33758C-5A5F-4370-A01A-165C279D0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6E6B64-A5D7-4E40-8263-8C0216049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20375" cy="63373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09D97A6-DA21-4D71-BB5B-7329C5B87EC1}"/>
              </a:ext>
            </a:extLst>
          </p:cNvPr>
          <p:cNvSpPr/>
          <p:nvPr/>
        </p:nvSpPr>
        <p:spPr>
          <a:xfrm>
            <a:off x="257175" y="66675"/>
            <a:ext cx="666750" cy="2571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545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4E1DBB-85E4-4BA8-8C2A-D0456ABE4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" y="0"/>
            <a:ext cx="9553575" cy="648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606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3D8947-D22A-484A-A679-AEBD72761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525"/>
            <a:ext cx="5114925" cy="38449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2FEFDB-4A3E-4A86-9CE5-A67F21159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81450"/>
            <a:ext cx="5876925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165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7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A7B268-50B0-47B8-93E3-05911A6AD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" y="1"/>
            <a:ext cx="11782425" cy="25336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2923E9-83DF-4598-8060-D8C22885D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33652"/>
            <a:ext cx="12192000" cy="4457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277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8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37773E-3B15-4ABB-95FF-7290A1D7D1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69" t="10033"/>
          <a:stretch/>
        </p:blipFill>
        <p:spPr>
          <a:xfrm>
            <a:off x="0" y="0"/>
            <a:ext cx="9734550" cy="1765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713040-EA61-4FCD-AC77-F069E0C2F9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551"/>
          <a:stretch/>
        </p:blipFill>
        <p:spPr>
          <a:xfrm>
            <a:off x="28575" y="2057400"/>
            <a:ext cx="9705975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040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9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2C50E5-6F04-41E4-B24C-645FA0449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6638925" cy="635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153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DAED5-F88B-43DF-878F-2C1CEE70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03EDBE-1339-41F9-984B-27E282E04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96CDC7-6D6A-4D33-8AD4-449B6D675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5" y="0"/>
            <a:ext cx="45973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309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D30B6-C2AD-4288-8F07-B4CF53CEA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4B317-7E28-4D87-8CB5-93B85A6FD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30280F-3516-4E6A-962D-3024A8488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15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356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D30B6-C2AD-4288-8F07-B4CF53CEA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4B317-7E28-4D87-8CB5-93B85A6FD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12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30DD22-142F-4151-B3FE-04475E428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1" y="0"/>
            <a:ext cx="58093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267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D30B6-C2AD-4288-8F07-B4CF53CEA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4B317-7E28-4D87-8CB5-93B85A6FD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37B69B-6310-4B30-A4EF-4ADBC7061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5962650" cy="25431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D9019D-F7A3-4854-8C28-E192A3BA89B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83" b="62917"/>
          <a:stretch/>
        </p:blipFill>
        <p:spPr>
          <a:xfrm>
            <a:off x="0" y="2886074"/>
            <a:ext cx="10172700" cy="314325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9BD3DFC-7624-41CE-A3C6-EC3BB1ED9A86}"/>
              </a:ext>
            </a:extLst>
          </p:cNvPr>
          <p:cNvSpPr/>
          <p:nvPr/>
        </p:nvSpPr>
        <p:spPr>
          <a:xfrm>
            <a:off x="228600" y="3048000"/>
            <a:ext cx="2457450" cy="54292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Ex-1:</a:t>
            </a:r>
          </a:p>
        </p:txBody>
      </p:sp>
    </p:spTree>
    <p:extLst>
      <p:ext uri="{BB962C8B-B14F-4D97-AF65-F5344CB8AC3E}">
        <p14:creationId xmlns:p14="http://schemas.microsoft.com/office/powerpoint/2010/main" val="1151270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28A60-F7DF-4439-9733-3DB68887B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3343D-1C3F-4A6B-B87E-5DF518585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1EAB4A-B7C6-497E-807C-2193A864E86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249" b="18056"/>
          <a:stretch/>
        </p:blipFill>
        <p:spPr>
          <a:xfrm>
            <a:off x="102393" y="66675"/>
            <a:ext cx="9213057" cy="613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992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25C78-9532-420E-9435-10C1DDC69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0BBB87-972C-43E2-BC04-30D3D0CE9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3F8C76-015D-4C33-AC35-3852553628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50" b="37639"/>
          <a:stretch/>
        </p:blipFill>
        <p:spPr>
          <a:xfrm>
            <a:off x="96143" y="603250"/>
            <a:ext cx="9295508" cy="45307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97A89-5BD4-40E4-81AC-8D2D1A27A3CC}"/>
              </a:ext>
            </a:extLst>
          </p:cNvPr>
          <p:cNvSpPr/>
          <p:nvPr/>
        </p:nvSpPr>
        <p:spPr>
          <a:xfrm>
            <a:off x="409575" y="590550"/>
            <a:ext cx="2009775" cy="51435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Ex-02:</a:t>
            </a:r>
          </a:p>
        </p:txBody>
      </p:sp>
    </p:spTree>
    <p:extLst>
      <p:ext uri="{BB962C8B-B14F-4D97-AF65-F5344CB8AC3E}">
        <p14:creationId xmlns:p14="http://schemas.microsoft.com/office/powerpoint/2010/main" val="1409523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4E799-61D9-4232-BC41-4E805757B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5ED8EC-4A19-4A41-9E0A-D27B0B4D2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12CD5889-E7C8-411D-914B-044EB41551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2531477"/>
              </p:ext>
            </p:extLst>
          </p:nvPr>
        </p:nvGraphicFramePr>
        <p:xfrm>
          <a:off x="1743075" y="1"/>
          <a:ext cx="763905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Equation" r:id="rId3" imgW="3543120" imgH="3632040" progId="Equation.DSMT4">
                  <p:embed/>
                </p:oleObj>
              </mc:Choice>
              <mc:Fallback>
                <p:oleObj name="Equation" r:id="rId3" imgW="3543120" imgH="3632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43075" y="1"/>
                        <a:ext cx="7639050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2957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DBB1A-8E2F-418F-A28D-4573396A3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4BE671-285C-4C0D-96D3-2CD6612FF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1B55F0EE-3306-429F-B083-8F87F9D98B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2839776"/>
              </p:ext>
            </p:extLst>
          </p:nvPr>
        </p:nvGraphicFramePr>
        <p:xfrm>
          <a:off x="79374" y="136525"/>
          <a:ext cx="10979151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Equation" r:id="rId3" imgW="3974760" imgH="444240" progId="Equation.DSMT4">
                  <p:embed/>
                </p:oleObj>
              </mc:Choice>
              <mc:Fallback>
                <p:oleObj name="Equation" r:id="rId3" imgW="39747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374" y="136525"/>
                        <a:ext cx="10979151" cy="1073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7603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5157</TotalTime>
  <Words>82</Words>
  <Application>Microsoft Office PowerPoint</Application>
  <PresentationFormat>Widescreen</PresentationFormat>
  <Paragraphs>43</Paragraphs>
  <Slides>17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Sitka Banner</vt:lpstr>
      <vt:lpstr>Times New Roman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kcv</dc:creator>
  <cp:lastModifiedBy>ThinkPad</cp:lastModifiedBy>
  <cp:revision>315</cp:revision>
  <dcterms:created xsi:type="dcterms:W3CDTF">2024-04-27T09:17:32Z</dcterms:created>
  <dcterms:modified xsi:type="dcterms:W3CDTF">2026-01-11T03:38:40Z</dcterms:modified>
</cp:coreProperties>
</file>