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63" r:id="rId2"/>
    <p:sldId id="274" r:id="rId3"/>
    <p:sldId id="275" r:id="rId4"/>
    <p:sldId id="276" r:id="rId5"/>
    <p:sldId id="277" r:id="rId6"/>
    <p:sldId id="278" r:id="rId7"/>
    <p:sldId id="280" r:id="rId8"/>
    <p:sldId id="281" r:id="rId9"/>
    <p:sldId id="282" r:id="rId10"/>
    <p:sldId id="283" r:id="rId11"/>
    <p:sldId id="28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2 </a:t>
            </a:r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(Laplace Transform)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D1EBF-FDA8-43DC-B77E-372F3D5C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EB087-64F1-41F8-B410-BC2C60F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E004D-E380-43FB-B5D4-F2FB22CDA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848600" cy="2628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0D58FF-2E27-4D1A-A798-186B093F0570}"/>
              </a:ext>
            </a:extLst>
          </p:cNvPr>
          <p:cNvSpPr txBox="1"/>
          <p:nvPr/>
        </p:nvSpPr>
        <p:spPr>
          <a:xfrm>
            <a:off x="1543050" y="3076575"/>
            <a:ext cx="9248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Module II: Some Properties of Laplace Transform and Related Examples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239B4B-AEDB-4FDA-9A42-5A7BE710C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3711575"/>
            <a:ext cx="79629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0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A4131-5778-48C5-9920-A0EBE7D64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6C8DF-ED31-4DF5-93EA-56061D446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78C31-64A8-4B80-9F69-DF98D1427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050"/>
            <a:ext cx="8839200" cy="3276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8482F8-D311-4C77-8A36-3904E956A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2938"/>
            <a:ext cx="6267450" cy="367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97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06E3F-00CE-4193-8CDF-1F866024F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71BA7-9B9A-4A83-85B7-64497C55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617C43-6E3F-4F7E-9277-A971BD8D7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" y="0"/>
            <a:ext cx="10296525" cy="396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76C464-8AEA-46E3-809E-2410AA911E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7556"/>
          <a:stretch/>
        </p:blipFill>
        <p:spPr>
          <a:xfrm>
            <a:off x="223837" y="4067175"/>
            <a:ext cx="7458075" cy="533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A061DD-645B-4387-8217-667E541FECA6}"/>
              </a:ext>
            </a:extLst>
          </p:cNvPr>
          <p:cNvSpPr txBox="1"/>
          <p:nvPr/>
        </p:nvSpPr>
        <p:spPr>
          <a:xfrm>
            <a:off x="514350" y="4810125"/>
            <a:ext cx="5238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 Yourself. Ans: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D4D2DE-255A-466B-99DB-A55EE7083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950" y="4591050"/>
            <a:ext cx="111442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15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0B8F4-0FF4-436B-A54B-41B5E92DD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D8CD8-70B6-4BB7-BC8F-51292C42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131942-43FE-4D8F-AB0C-497A910F6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525"/>
            <a:ext cx="9153525" cy="2781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03EDAC-CBB4-44FE-B041-505E62A66F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421"/>
          <a:stretch/>
        </p:blipFill>
        <p:spPr>
          <a:xfrm>
            <a:off x="1895474" y="3246437"/>
            <a:ext cx="5362575" cy="278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42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81681-4603-4C12-9D87-B08068AA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5E3ED-5804-4154-9619-1848C947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D1069-FB1F-470D-ADE5-594232A93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86325" cy="2352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1D59E7-B4F5-4B13-B576-31E66F542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0787"/>
            <a:ext cx="2105025" cy="638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92E832-4DC8-4942-A355-66D525846C55}"/>
              </a:ext>
            </a:extLst>
          </p:cNvPr>
          <p:cNvSpPr txBox="1"/>
          <p:nvPr/>
        </p:nvSpPr>
        <p:spPr>
          <a:xfrm>
            <a:off x="381000" y="3343275"/>
            <a:ext cx="594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Yourself.  Ans: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9CB6D3-CC83-4006-A649-2D7B29545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3162" y="3186172"/>
            <a:ext cx="1352550" cy="923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7D6AB1-E0B9-4862-81AD-58DFDBDD7A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54601"/>
            <a:ext cx="861060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466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97144-0C97-42FC-8D1E-5A8D3A058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2A5E8-9043-4F8B-903E-F5B357A1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C4CB0-4C0E-41DC-89EC-E051982BC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" y="238124"/>
            <a:ext cx="6376988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46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7FA5D-72E9-4839-97DC-8C0B83314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BFEEE-74B4-4866-9555-E3DED848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FF70E8-D3DB-4985-B307-EDE4B62D3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76200"/>
            <a:ext cx="9258300" cy="3352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1517D7-AA84-4671-9EF2-129D5EE4F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29000"/>
            <a:ext cx="857250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892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9C75F-FE87-4060-93BC-6089B463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42126-3A9F-4308-B662-47AAE2037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E8F35B-35F7-401A-B126-C721C9101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36525"/>
            <a:ext cx="4057650" cy="2200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CBDF55-EC77-4DE9-AC77-348F84AAB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65412"/>
            <a:ext cx="829627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26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FA54B-6934-452B-947C-679B3FFC3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1BBBB-752E-42A2-8FA6-E0DCE4436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115287F-8ECB-485A-B7A1-5642A633B6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650" y="33338"/>
          <a:ext cx="7089775" cy="240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3" imgW="2844720" imgH="1028520" progId="Equation.DSMT4">
                  <p:embed/>
                </p:oleObj>
              </mc:Choice>
              <mc:Fallback>
                <p:oleObj name="Equation" r:id="rId3" imgW="2844720" imgH="102852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115287F-8ECB-485A-B7A1-5642A633B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0650" y="33338"/>
                        <a:ext cx="7089775" cy="2405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17C4496-027A-4160-8D90-306BFC429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742036"/>
              </p:ext>
            </p:extLst>
          </p:nvPr>
        </p:nvGraphicFramePr>
        <p:xfrm>
          <a:off x="244475" y="2178050"/>
          <a:ext cx="8221663" cy="454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5" imgW="2908080" imgH="2323800" progId="Equation.DSMT4">
                  <p:embed/>
                </p:oleObj>
              </mc:Choice>
              <mc:Fallback>
                <p:oleObj name="Equation" r:id="rId5" imgW="2908080" imgH="23238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517C4496-027A-4160-8D90-306BFC429C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4475" y="2178050"/>
                        <a:ext cx="8221663" cy="4543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1913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9BA21-56A3-4EF9-964B-7EDAD4ED3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5C9AE-051D-46E4-BE38-67152E8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95CBBD41-D66F-4BCC-A644-13687FED75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180694"/>
              </p:ext>
            </p:extLst>
          </p:nvPr>
        </p:nvGraphicFramePr>
        <p:xfrm>
          <a:off x="428624" y="352425"/>
          <a:ext cx="9305926" cy="610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3" imgW="4063680" imgH="2997000" progId="Equation.DSMT4">
                  <p:embed/>
                </p:oleObj>
              </mc:Choice>
              <mc:Fallback>
                <p:oleObj name="Equation" r:id="rId3" imgW="4063680" imgH="29970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5CBBD41-D66F-4BCC-A644-13687FED75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8624" y="352425"/>
                        <a:ext cx="9305926" cy="6105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1932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5079</TotalTime>
  <Words>88</Words>
  <Application>Microsoft Office PowerPoint</Application>
  <PresentationFormat>Widescreen</PresentationFormat>
  <Paragraphs>32</Paragraphs>
  <Slides>11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Sitka Banner</vt:lpstr>
      <vt:lpstr>Times New Roman</vt:lpstr>
      <vt:lpstr>Office Theme</vt:lpstr>
      <vt:lpstr>Equation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304</cp:revision>
  <dcterms:created xsi:type="dcterms:W3CDTF">2024-04-27T09:17:32Z</dcterms:created>
  <dcterms:modified xsi:type="dcterms:W3CDTF">2025-10-05T05:58:33Z</dcterms:modified>
</cp:coreProperties>
</file>