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7 </a:t>
            </a: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(Applications of Laplace Transforms to Differential Equations 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9DC37B-C209-4B29-AECE-4CDB293D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300037"/>
            <a:ext cx="93821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D64A54-421B-45B7-9B37-BF82832A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26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A5113-6D18-499E-97D5-4BACFEA38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36525"/>
            <a:ext cx="3876675" cy="104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5C26BA-EA4A-437A-A967-55FAB146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2107"/>
            <a:ext cx="12192000" cy="326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F430AC-7740-4682-8902-7C0DD022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2530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3675F8-7A46-462A-8724-F549022C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521"/>
            <a:ext cx="12192000" cy="555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980A8E-E775-4BC7-9CE2-44F21ED69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10086975" cy="213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65B71D-89F5-47C1-A547-C68D8C2C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2190751"/>
            <a:ext cx="12192000" cy="43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A7E374-9E34-4424-8B36-F1A36D52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57"/>
            <a:ext cx="12192000" cy="634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D2724-BF2C-4AF9-BEB2-6D169C49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A321C-7723-4D65-BE08-F6DF762E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B452E-4BA8-455A-8747-F8F3C97D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7" y="0"/>
            <a:ext cx="12025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8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F57B8-A75F-46E9-B362-62AEDE56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99BDA-A9DD-4B2F-8363-8BB814E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0C4183-0187-4C68-8009-8C80B9930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79" y="0"/>
            <a:ext cx="10603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2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F57B8-A75F-46E9-B362-62AEDE56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99BDA-A9DD-4B2F-8363-8BB814E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59A12A-4DB6-4548-B84B-6780CD30B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7" y="0"/>
            <a:ext cx="10134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4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F57B8-A75F-46E9-B362-62AEDE56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99BDA-A9DD-4B2F-8363-8BB814E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829A25-3C9D-493E-995E-ECAD1C9A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0963"/>
            <a:ext cx="119253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67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F57B8-A75F-46E9-B362-62AEDE56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99BDA-A9DD-4B2F-8363-8BB814E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EF15B9-22D8-42C7-BDEF-CF55D55930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2"/>
          <a:stretch/>
        </p:blipFill>
        <p:spPr>
          <a:xfrm>
            <a:off x="0" y="386777"/>
            <a:ext cx="12192000" cy="628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B1E38-D042-4A9B-AD76-91152B6B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FDBA5-B287-4216-9015-38F62C4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DBEB9-DBEA-4458-A4CA-EE93B269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40"/>
            <a:ext cx="12192000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9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1F06A-B461-4503-93A1-E2D63FAF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9A48D-7B8E-4E05-8F06-66176774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DD1E7F-9C7F-407E-B71D-776A6656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962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5E2DF-EA6F-4C70-BDBD-3F6BF21D9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9157"/>
            <a:ext cx="12192000" cy="446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D119-DA8B-4B5F-B05D-AB93BE63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FA7D8-EB8B-4EFF-9BFD-30D9C035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F3658E-460E-497F-BAF5-2AA6E05F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2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0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23F8-1CC3-4AA8-98AF-CC4B9A9C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A9482-DF03-481C-82C6-A0F94DED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91C11-499A-407A-B635-0FB95EE5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05"/>
            <a:ext cx="12192000" cy="65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77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6E6E4-90F4-497E-809B-95AB2DD6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26FC1-6E4B-4209-A595-1AB4FEF4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27AE0-913A-463F-A938-196932A01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66675"/>
            <a:ext cx="5010150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02904-F661-428C-8D06-75CAE9FEA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" y="1524000"/>
            <a:ext cx="69818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9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86</Words>
  <Application>Microsoft Office PowerPoint</Application>
  <PresentationFormat>Widescreen</PresentationFormat>
  <Paragraphs>44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Sitka Banner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308</cp:revision>
  <dcterms:created xsi:type="dcterms:W3CDTF">2024-04-27T09:17:32Z</dcterms:created>
  <dcterms:modified xsi:type="dcterms:W3CDTF">2025-11-07T11:13:47Z</dcterms:modified>
</cp:coreProperties>
</file>