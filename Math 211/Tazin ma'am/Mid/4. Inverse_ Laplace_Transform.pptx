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63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 </a:t>
            </a:r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(Inverse Laplace </a:t>
            </a:r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E7F9E-4900-457D-A01A-28FCDAE5B3AD}"/>
              </a:ext>
            </a:extLst>
          </p:cNvPr>
          <p:cNvSpPr txBox="1"/>
          <p:nvPr/>
        </p:nvSpPr>
        <p:spPr>
          <a:xfrm>
            <a:off x="2933700" y="136525"/>
            <a:ext cx="603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Inverse Laplace Transform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F8CB8-64FF-4A8D-97D3-85F53904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957059"/>
            <a:ext cx="12115800" cy="2943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E0DCA-BAD4-4925-B3BD-0C109F0A7654}"/>
              </a:ext>
            </a:extLst>
          </p:cNvPr>
          <p:cNvSpPr txBox="1"/>
          <p:nvPr/>
        </p:nvSpPr>
        <p:spPr>
          <a:xfrm>
            <a:off x="342900" y="1238250"/>
            <a:ext cx="3238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7447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F4145F-B9DA-412B-8EF3-4AB69453F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7475"/>
            <a:ext cx="481965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A6C49-DE0D-4545-B0E3-DE383766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574675"/>
            <a:ext cx="7067550" cy="1476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8A5F7-4A4B-4BB7-9396-CF691A1E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25" y="1966912"/>
            <a:ext cx="5734050" cy="3495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1EBD9-B994-4246-98F0-ED7A33535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5381625"/>
            <a:ext cx="59531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0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27A991-BEC0-44EB-804E-200F0B5B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9525"/>
            <a:ext cx="6648450" cy="3419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09911D-3268-4ADE-86D0-2779E69E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3643312"/>
            <a:ext cx="73342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53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DF8F4F-8E12-4EF4-874E-11A5C4F2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88900"/>
            <a:ext cx="6572250" cy="15727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AD45B2-E499-4537-B4DE-10B2D92D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562101"/>
            <a:ext cx="72009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24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BD3863-F9A9-4B37-94A5-8812943E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0"/>
            <a:ext cx="7734300" cy="47720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5DAC8-E197-423A-9742-94A84E6C6E50}"/>
              </a:ext>
            </a:extLst>
          </p:cNvPr>
          <p:cNvCxnSpPr>
            <a:cxnSpLocks/>
          </p:cNvCxnSpPr>
          <p:nvPr/>
        </p:nvCxnSpPr>
        <p:spPr>
          <a:xfrm>
            <a:off x="7867650" y="100012"/>
            <a:ext cx="66675" cy="665797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191B2E6-EEC1-420C-A8B2-FD2A5032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100012"/>
            <a:ext cx="3829050" cy="2286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F19D88-BE1C-4446-A93D-2B80A886D290}"/>
              </a:ext>
            </a:extLst>
          </p:cNvPr>
          <p:cNvCxnSpPr/>
          <p:nvPr/>
        </p:nvCxnSpPr>
        <p:spPr>
          <a:xfrm flipH="1">
            <a:off x="7877175" y="247650"/>
            <a:ext cx="57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80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0CA1665-7848-4B73-BE9B-E8C59029FE56}"/>
              </a:ext>
            </a:extLst>
          </p:cNvPr>
          <p:cNvSpPr/>
          <p:nvPr/>
        </p:nvSpPr>
        <p:spPr>
          <a:xfrm>
            <a:off x="0" y="0"/>
            <a:ext cx="2609850" cy="1200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7FB4E-8CF6-4078-A677-7FDE1799445C}"/>
              </a:ext>
            </a:extLst>
          </p:cNvPr>
          <p:cNvSpPr txBox="1"/>
          <p:nvPr/>
        </p:nvSpPr>
        <p:spPr>
          <a:xfrm>
            <a:off x="123825" y="323850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Algerian" panose="04020705040A02060702" pitchFamily="82" charset="0"/>
              </a:rPr>
              <a:t>Do Yourself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63C50DB-3786-45B0-87B4-ACAA9D882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3" y="1200150"/>
          <a:ext cx="56800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892160" imgH="431640" progId="Equation.DSMT4">
                  <p:embed/>
                </p:oleObj>
              </mc:Choice>
              <mc:Fallback>
                <p:oleObj name="Equation" r:id="rId3" imgW="1892160" imgH="4316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63C50DB-3786-45B0-87B4-ACAA9D882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73" y="1200150"/>
                        <a:ext cx="5680075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55519BC-442B-4654-B3CC-98FB24180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3" y="2578099"/>
          <a:ext cx="9010651" cy="210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3632040" imgH="850680" progId="Equation.DSMT4">
                  <p:embed/>
                </p:oleObj>
              </mc:Choice>
              <mc:Fallback>
                <p:oleObj name="Equation" r:id="rId5" imgW="3632040" imgH="8506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55519BC-442B-4654-B3CC-98FB24180D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73" y="2578099"/>
                        <a:ext cx="9010651" cy="2101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828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2EE617-BEFA-4DD4-9A35-E5FA75BE57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81"/>
          <a:stretch/>
        </p:blipFill>
        <p:spPr>
          <a:xfrm>
            <a:off x="123825" y="1362075"/>
            <a:ext cx="11229975" cy="3527425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9007063-6403-40D5-A7A3-4D03DEDB0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824" y="136525"/>
          <a:ext cx="6296025" cy="99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450880" imgH="431640" progId="Equation.DSMT4">
                  <p:embed/>
                </p:oleObj>
              </mc:Choice>
              <mc:Fallback>
                <p:oleObj name="Equation" r:id="rId4" imgW="2450880" imgH="4316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9007063-6403-40D5-A7A3-4D03DEDB09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824" y="136525"/>
                        <a:ext cx="6296025" cy="996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886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1B0E6-EBFF-47A2-A808-3F0BB9AC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CDA65-B77C-4F7E-BCF3-8F95C28A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3DF35-4228-4405-A224-E722F119F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0559453" cy="3957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4664F-8495-49FA-880C-5C35C0BCA9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9059"/>
          <a:stretch/>
        </p:blipFill>
        <p:spPr>
          <a:xfrm>
            <a:off x="0" y="3909842"/>
            <a:ext cx="9058275" cy="2811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270C39-9619-4B33-AC43-74979D218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972050"/>
            <a:ext cx="7000875" cy="899174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9815933-9D55-40CB-A674-4279C831F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4976" y="5724524"/>
          <a:ext cx="53467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6" imgW="2755800" imgH="634680" progId="Equation.DSMT4">
                  <p:embed/>
                </p:oleObj>
              </mc:Choice>
              <mc:Fallback>
                <p:oleObj name="Equation" r:id="rId6" imgW="2755800" imgH="6346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9815933-9D55-40CB-A674-4279C831F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4976" y="5724524"/>
                        <a:ext cx="534670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6D95F0-FAFD-456F-BDA0-8BD6E228BFA7}"/>
              </a:ext>
            </a:extLst>
          </p:cNvPr>
          <p:cNvCxnSpPr/>
          <p:nvPr/>
        </p:nvCxnSpPr>
        <p:spPr>
          <a:xfrm>
            <a:off x="5191125" y="4876800"/>
            <a:ext cx="0" cy="184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70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7953A-17C2-4878-8750-B165E701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C98CB-E9DD-4A41-A0F8-B08F9750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64D28-8E91-4903-BA35-D7279412B1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909"/>
          <a:stretch/>
        </p:blipFill>
        <p:spPr>
          <a:xfrm>
            <a:off x="157162" y="157163"/>
            <a:ext cx="10258425" cy="3767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099E2C-E3F8-40FE-8956-B1035C8F8CFD}"/>
              </a:ext>
            </a:extLst>
          </p:cNvPr>
          <p:cNvSpPr/>
          <p:nvPr/>
        </p:nvSpPr>
        <p:spPr>
          <a:xfrm>
            <a:off x="190500" y="361951"/>
            <a:ext cx="485775" cy="4381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5.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7A4E611-D63A-44E2-9FCA-A4E465254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7549" y="4054475"/>
          <a:ext cx="5927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2273040" imgH="177480" progId="Equation.DSMT4">
                  <p:embed/>
                </p:oleObj>
              </mc:Choice>
              <mc:Fallback>
                <p:oleObj name="Equation" r:id="rId4" imgW="2273040" imgH="177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7A4E611-D63A-44E2-9FCA-A4E4652544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87549" y="4054475"/>
                        <a:ext cx="5927725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554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5066</TotalTime>
  <Words>74</Words>
  <Application>Microsoft Office PowerPoint</Application>
  <PresentationFormat>Widescreen</PresentationFormat>
  <Paragraphs>31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301</cp:revision>
  <dcterms:created xsi:type="dcterms:W3CDTF">2024-04-27T09:17:32Z</dcterms:created>
  <dcterms:modified xsi:type="dcterms:W3CDTF">2025-10-19T06:08:50Z</dcterms:modified>
</cp:coreProperties>
</file>