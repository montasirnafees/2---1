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63" r:id="rId2"/>
    <p:sldId id="262" r:id="rId3"/>
    <p:sldId id="265" r:id="rId4"/>
    <p:sldId id="266" r:id="rId5"/>
    <p:sldId id="267" r:id="rId6"/>
    <p:sldId id="268" r:id="rId7"/>
    <p:sldId id="269" r:id="rId8"/>
    <p:sldId id="306" r:id="rId9"/>
    <p:sldId id="270" r:id="rId10"/>
    <p:sldId id="271" r:id="rId11"/>
    <p:sldId id="274" r:id="rId12"/>
    <p:sldId id="275" r:id="rId13"/>
    <p:sldId id="276" r:id="rId14"/>
    <p:sldId id="272" r:id="rId15"/>
    <p:sldId id="273" r:id="rId16"/>
    <p:sldId id="278" r:id="rId17"/>
    <p:sldId id="279" r:id="rId18"/>
    <p:sldId id="290" r:id="rId19"/>
    <p:sldId id="291" r:id="rId20"/>
    <p:sldId id="304" r:id="rId21"/>
    <p:sldId id="305" r:id="rId22"/>
    <p:sldId id="280" r:id="rId23"/>
    <p:sldId id="303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Rectangle 1838"/>
          <p:cNvSpPr/>
          <p:nvPr userDrawn="1"/>
        </p:nvSpPr>
        <p:spPr>
          <a:xfrm rot="10800000">
            <a:off x="2" y="2"/>
            <a:ext cx="12191999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6632223"/>
            <a:ext cx="762000" cy="225775"/>
            <a:chOff x="0" y="5809120"/>
            <a:chExt cx="3295355" cy="976391"/>
          </a:xfrm>
        </p:grpSpPr>
        <p:sp>
          <p:nvSpPr>
            <p:cNvPr id="4" name="Rectangle 3"/>
            <p:cNvSpPr/>
            <p:nvPr/>
          </p:nvSpPr>
          <p:spPr>
            <a:xfrm>
              <a:off x="0" y="6139418"/>
              <a:ext cx="315893" cy="315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1285" y="6139418"/>
              <a:ext cx="315893" cy="31589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62570" y="6139418"/>
              <a:ext cx="315893" cy="31589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93854" y="6139418"/>
              <a:ext cx="315893" cy="31589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25139" y="6139418"/>
              <a:ext cx="315893" cy="3158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56424" y="6139418"/>
              <a:ext cx="315893" cy="3158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87709" y="6139418"/>
              <a:ext cx="315893" cy="3158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18994" y="6139418"/>
              <a:ext cx="315893" cy="315893"/>
            </a:xfrm>
            <a:prstGeom prst="rect">
              <a:avLst/>
            </a:prstGeom>
            <a:solidFill>
              <a:srgbClr val="0E78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50278" y="6139418"/>
              <a:ext cx="315893" cy="315893"/>
            </a:xfrm>
            <a:prstGeom prst="rect">
              <a:avLst/>
            </a:prstGeom>
            <a:solidFill>
              <a:srgbClr val="007A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0" y="5809120"/>
              <a:ext cx="315893" cy="3158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1285" y="5809120"/>
              <a:ext cx="315893" cy="3158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2570" y="5809120"/>
              <a:ext cx="315893" cy="3158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93854" y="5809120"/>
              <a:ext cx="315893" cy="3158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25139" y="5809120"/>
              <a:ext cx="315893" cy="31589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656424" y="5809120"/>
              <a:ext cx="315893" cy="3158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87709" y="5809120"/>
              <a:ext cx="315893" cy="315893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318994" y="5809120"/>
              <a:ext cx="315893" cy="315893"/>
            </a:xfrm>
            <a:prstGeom prst="rect">
              <a:avLst/>
            </a:prstGeom>
            <a:solidFill>
              <a:srgbClr val="15B5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50278" y="5809120"/>
              <a:ext cx="315893" cy="31589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0" y="6469618"/>
              <a:ext cx="315893" cy="31589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285" y="6469618"/>
              <a:ext cx="315893" cy="31589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570" y="6469618"/>
              <a:ext cx="315893" cy="31589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93854" y="6469618"/>
              <a:ext cx="315893" cy="31589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25139" y="6469618"/>
              <a:ext cx="315893" cy="31589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656424" y="6469618"/>
              <a:ext cx="315893" cy="315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87709" y="6469618"/>
              <a:ext cx="315893" cy="31589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318994" y="6469618"/>
              <a:ext cx="315893" cy="315893"/>
            </a:xfrm>
            <a:prstGeom prst="rect">
              <a:avLst/>
            </a:prstGeom>
            <a:solidFill>
              <a:srgbClr val="38E8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50278" y="6469618"/>
              <a:ext cx="315893" cy="315893"/>
            </a:xfrm>
            <a:prstGeom prst="rect">
              <a:avLst/>
            </a:prstGeom>
            <a:solidFill>
              <a:srgbClr val="6DF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979462" y="5809120"/>
              <a:ext cx="315893" cy="976391"/>
              <a:chOff x="2979462" y="5809120"/>
              <a:chExt cx="315893" cy="97639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2979462" y="6139418"/>
                <a:ext cx="315893" cy="315893"/>
              </a:xfrm>
              <a:prstGeom prst="rect">
                <a:avLst/>
              </a:prstGeom>
              <a:solidFill>
                <a:srgbClr val="4F2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2979462" y="5809120"/>
                <a:ext cx="315893" cy="315893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979462" y="6469618"/>
                <a:ext cx="315893" cy="315893"/>
              </a:xfrm>
              <a:prstGeom prst="rect">
                <a:avLst/>
              </a:prstGeom>
              <a:solidFill>
                <a:srgbClr val="B888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/>
          <p:cNvGrpSpPr/>
          <p:nvPr userDrawn="1"/>
        </p:nvGrpSpPr>
        <p:grpSpPr>
          <a:xfrm>
            <a:off x="0" y="-1"/>
            <a:ext cx="12192000" cy="6858001"/>
            <a:chOff x="2217420" y="-3104782"/>
            <a:chExt cx="15491460" cy="8715484"/>
          </a:xfrm>
        </p:grpSpPr>
        <p:grpSp>
          <p:nvGrpSpPr>
            <p:cNvPr id="37" name="Group 36"/>
            <p:cNvGrpSpPr/>
            <p:nvPr/>
          </p:nvGrpSpPr>
          <p:grpSpPr>
            <a:xfrm>
              <a:off x="2217420" y="-3104782"/>
              <a:ext cx="7757160" cy="8715484"/>
              <a:chOff x="2217420" y="-3104782"/>
              <a:chExt cx="7757160" cy="8715484"/>
            </a:xfrm>
          </p:grpSpPr>
          <p:grpSp>
            <p:nvGrpSpPr>
              <p:cNvPr id="939" name="Group 938"/>
              <p:cNvGrpSpPr/>
              <p:nvPr/>
            </p:nvGrpSpPr>
            <p:grpSpPr>
              <a:xfrm>
                <a:off x="2217420" y="1247299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139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1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2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3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4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5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6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7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8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9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2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4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5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6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7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8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9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0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1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3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4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5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6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7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8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9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0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1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2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3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4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5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6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8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9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1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2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4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5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6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7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8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9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0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1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2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3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4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5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6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7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8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9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0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1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2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3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4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5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6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7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8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0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1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2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3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4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5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6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7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8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9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0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1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2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3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4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5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6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7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9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0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1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2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3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4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5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6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7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8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9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0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1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3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4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5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6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8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9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0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1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2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3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4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5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6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7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8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9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0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1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2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3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4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5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6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7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8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0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1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2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3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4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5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6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7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8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9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0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1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2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3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4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5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6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7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8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9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0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1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2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3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4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5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6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7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8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9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0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1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2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3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4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5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6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7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8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9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0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1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2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3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4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5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6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7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8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9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0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1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2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3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5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7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8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9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0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1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2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3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4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5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6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7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8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9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0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1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2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3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4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5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6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7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8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9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0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1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2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3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4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5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6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7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8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9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0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1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2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3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4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5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6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7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8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9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0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1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2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3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4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5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6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7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8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9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0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1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2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3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4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5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6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7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8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1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2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3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4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8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9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1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2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3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4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5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6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7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8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9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0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1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2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3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4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5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6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7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8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9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0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1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2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3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4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5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6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7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8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9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0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1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2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3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4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5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6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7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8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9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1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2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3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4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5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6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7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8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9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0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1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2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3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4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5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6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7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8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9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0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1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2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3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4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5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6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7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8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9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0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1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2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3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4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5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6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7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8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9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0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1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2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3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4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5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6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7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8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9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0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2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3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4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5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6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7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8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9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0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1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2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3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4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5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6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7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8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9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0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1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2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3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4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5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6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7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8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9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0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1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2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3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4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5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6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7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8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9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0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1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2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3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4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6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7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8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9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0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1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2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3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5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6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7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8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9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0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1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2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3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4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5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6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7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8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9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0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1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2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3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4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5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6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7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8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9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0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1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2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3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4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5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6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7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8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9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0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1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2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3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4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5" name="Line 452"/>
                <p:cNvSpPr>
                  <a:spLocks noChangeShapeType="1"/>
                </p:cNvSpPr>
                <p:nvPr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6" name="Line 453"/>
                <p:cNvSpPr>
                  <a:spLocks noChangeShapeType="1"/>
                </p:cNvSpPr>
                <p:nvPr userDrawn="1"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7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8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40" name="Group 939"/>
              <p:cNvGrpSpPr/>
              <p:nvPr/>
            </p:nvGrpSpPr>
            <p:grpSpPr>
              <a:xfrm>
                <a:off x="2217420" y="-3104782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941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2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3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4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5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6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7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8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9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0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1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2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3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5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6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7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8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9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0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1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2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3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4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5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6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7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8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9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0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1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2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3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4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5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6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7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8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9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0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1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2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3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5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6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7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8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9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0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1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2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4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5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6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7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8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9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0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1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3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4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5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6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7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8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9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0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1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2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3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4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5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6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7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8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9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0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1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2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3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4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5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6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7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8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9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0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1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2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3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4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5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6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7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8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9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0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1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2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3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4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5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6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8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9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0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1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2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3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4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6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7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8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9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0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1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2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4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5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6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7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8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9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0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1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2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3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5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6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7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8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9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0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1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2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3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4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5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6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7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8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0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1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2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3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4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5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6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7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8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0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1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2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3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4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5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6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7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8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9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0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1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2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3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4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5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6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7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8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9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0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1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2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3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4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5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6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7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8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9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0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1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2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3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4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5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6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7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8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9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0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1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2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3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4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5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6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8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9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0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1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2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3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4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5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6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7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8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9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3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4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5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6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7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8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9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0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1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2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3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4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5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6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7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8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9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0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1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2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3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4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5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6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7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8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9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0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1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2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3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4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5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6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7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8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9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0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2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3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4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5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6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7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8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9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0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2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3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4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5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6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7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8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9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0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1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2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3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4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5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6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7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8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9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0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1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2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3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4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5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6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7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8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9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0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1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2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3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4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5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6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7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9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0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1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2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3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4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5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6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7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8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0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1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2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3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4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5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6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7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8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9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0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1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2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3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4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5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6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7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8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9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0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2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4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5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6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7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8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9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0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1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2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3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4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5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6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7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8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9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0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1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2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3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4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5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6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7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8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9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0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1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2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3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4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5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6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7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8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9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0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1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2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3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4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5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6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7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8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9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0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1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2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3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4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5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6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7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8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9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0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1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2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3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4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5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6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7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8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9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0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1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2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3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4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5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6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7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8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9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0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1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2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3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4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5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6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7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8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9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0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1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2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3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4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5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6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7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8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9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0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1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2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3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4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5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6" name="Line 452"/>
                <p:cNvSpPr>
                  <a:spLocks noChangeShapeType="1"/>
                </p:cNvSpPr>
                <p:nvPr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7" name="Line 453"/>
                <p:cNvSpPr>
                  <a:spLocks noChangeShapeType="1"/>
                </p:cNvSpPr>
                <p:nvPr userDrawn="1"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8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9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38" name="Group 37"/>
            <p:cNvGrpSpPr/>
            <p:nvPr/>
          </p:nvGrpSpPr>
          <p:grpSpPr>
            <a:xfrm>
              <a:off x="9951720" y="-3104782"/>
              <a:ext cx="7757160" cy="8715484"/>
              <a:chOff x="2217420" y="-3104782"/>
              <a:chExt cx="7757160" cy="8715484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2217420" y="1247299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49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1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2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3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4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5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6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7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8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9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2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4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5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6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7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8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9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0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1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3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4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5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6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7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8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9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0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1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2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3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4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5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8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9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1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4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5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6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7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8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9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1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2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3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4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5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6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7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8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9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0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1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2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3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4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5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6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7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8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0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1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2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3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4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5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6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7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8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9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0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1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2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3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4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5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6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7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9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0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1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2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3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5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6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7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8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9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0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1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3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4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5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6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8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9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0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1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2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3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4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5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6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7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8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9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0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1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2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3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4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5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6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7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8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0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1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2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3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4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5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6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7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8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9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0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1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2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3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4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6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7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8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9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0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1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2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3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4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5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7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8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9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0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1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2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3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4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7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8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9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0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1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2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3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4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5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6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7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8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9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0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1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2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3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5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7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8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9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0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1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2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3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4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5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6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7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8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9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0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1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2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3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4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5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7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8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9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0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1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2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3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4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5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6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7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8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9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0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1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2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3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4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5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6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8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9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0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1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2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3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4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5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6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7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8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9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0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1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2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3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4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5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6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9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0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1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2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3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4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5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8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9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1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2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3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4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5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6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7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9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0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1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2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3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4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5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6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7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8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9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0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1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2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3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4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5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6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7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8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9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0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1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2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3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4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5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6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7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8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9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0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1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2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3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4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5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6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7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8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9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0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1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2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3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4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5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6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7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8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9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0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1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2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3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4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5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6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7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8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9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0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1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2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3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4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5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6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7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8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9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0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1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2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3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4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5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6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7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8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9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0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2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3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4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5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6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7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8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9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1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2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3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4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5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6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7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8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9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0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1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2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3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4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5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6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7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8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9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0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1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2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3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4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5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6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7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8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9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0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1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2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3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4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6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7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8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9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0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1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2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3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5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6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7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8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9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0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1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2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3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4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5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6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7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8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9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0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1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2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3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4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5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6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7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8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9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0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2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3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4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5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6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7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8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9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0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1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2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3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4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5" name="Line 452"/>
                <p:cNvSpPr>
                  <a:spLocks noChangeShapeType="1"/>
                </p:cNvSpPr>
                <p:nvPr userDrawn="1"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6" name="Line 453"/>
                <p:cNvSpPr>
                  <a:spLocks noChangeShapeType="1"/>
                </p:cNvSpPr>
                <p:nvPr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7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8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2217420" y="-3104782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41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7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8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2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6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4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6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8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0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2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3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4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6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8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0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4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6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7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8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9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0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4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2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6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0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4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5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6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7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8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9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3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4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5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6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7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8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9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0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1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2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3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4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5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6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7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8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9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0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1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2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3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4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5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6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7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8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9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0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1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2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3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4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5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6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7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8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9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0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2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4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5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6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7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8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9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0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2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3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4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5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6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8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0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1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2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3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5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7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8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9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0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1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2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3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4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5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6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7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8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9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0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1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2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3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4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5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6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7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9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0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1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2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3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4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5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6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7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8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9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0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1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2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3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4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5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6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7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8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9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0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1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2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3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4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5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6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7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8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9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0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1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2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3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4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5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6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7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8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1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2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3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4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5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6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7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8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9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0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1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2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3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4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5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6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7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8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9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0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1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2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3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4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5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6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7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6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7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8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9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0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2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3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4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5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6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7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8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9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0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1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2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3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4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5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6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7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8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9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0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1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2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3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4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5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6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7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8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9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0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1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2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3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4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5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6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7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8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9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0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1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2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3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4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5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6" name="Line 452"/>
                <p:cNvSpPr>
                  <a:spLocks noChangeShapeType="1"/>
                </p:cNvSpPr>
                <p:nvPr userDrawn="1"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7" name="Line 453"/>
                <p:cNvSpPr>
                  <a:spLocks noChangeShapeType="1"/>
                </p:cNvSpPr>
                <p:nvPr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8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9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840" name="Group 1839"/>
          <p:cNvGrpSpPr/>
          <p:nvPr userDrawn="1"/>
        </p:nvGrpSpPr>
        <p:grpSpPr>
          <a:xfrm>
            <a:off x="11585557" y="6400800"/>
            <a:ext cx="606443" cy="457200"/>
            <a:chOff x="11233342" y="6135264"/>
            <a:chExt cx="958658" cy="722736"/>
          </a:xfrm>
        </p:grpSpPr>
        <p:sp>
          <p:nvSpPr>
            <p:cNvPr id="1841" name="Freeform 1840"/>
            <p:cNvSpPr/>
            <p:nvPr userDrawn="1"/>
          </p:nvSpPr>
          <p:spPr>
            <a:xfrm>
              <a:off x="11233342" y="6135264"/>
              <a:ext cx="958658" cy="722736"/>
            </a:xfrm>
            <a:custGeom>
              <a:avLst/>
              <a:gdLst>
                <a:gd name="connsiteX0" fmla="*/ 958658 w 958658"/>
                <a:gd name="connsiteY0" fmla="*/ 0 h 722736"/>
                <a:gd name="connsiteX1" fmla="*/ 958658 w 958658"/>
                <a:gd name="connsiteY1" fmla="*/ 722736 h 722736"/>
                <a:gd name="connsiteX2" fmla="*/ 0 w 958658"/>
                <a:gd name="connsiteY2" fmla="*/ 722736 h 722736"/>
                <a:gd name="connsiteX3" fmla="*/ 27392 w 958658"/>
                <a:gd name="connsiteY3" fmla="*/ 685177 h 722736"/>
                <a:gd name="connsiteX4" fmla="*/ 890574 w 958658"/>
                <a:gd name="connsiteY4" fmla="*/ 24919 h 72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8658" h="722736">
                  <a:moveTo>
                    <a:pt x="958658" y="0"/>
                  </a:moveTo>
                  <a:lnTo>
                    <a:pt x="958658" y="722736"/>
                  </a:lnTo>
                  <a:lnTo>
                    <a:pt x="0" y="722736"/>
                  </a:lnTo>
                  <a:lnTo>
                    <a:pt x="27392" y="685177"/>
                  </a:lnTo>
                  <a:cubicBezTo>
                    <a:pt x="253059" y="398017"/>
                    <a:pt x="549562" y="169155"/>
                    <a:pt x="890574" y="249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842" name="Picture 184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28" t="20928" r="20928" b="20928"/>
            <a:stretch/>
          </p:blipFill>
          <p:spPr>
            <a:xfrm>
              <a:off x="11741442" y="6423643"/>
              <a:ext cx="348958" cy="348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350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0.jpg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3-6 (Complex Differentiation and Analytic Function)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9" name="Group 2488"/>
          <p:cNvGrpSpPr/>
          <p:nvPr/>
        </p:nvGrpSpPr>
        <p:grpSpPr>
          <a:xfrm>
            <a:off x="3001298" y="1433169"/>
            <a:ext cx="8688730" cy="5025834"/>
            <a:chOff x="1447800" y="740335"/>
            <a:chExt cx="9296401" cy="5377330"/>
          </a:xfrm>
          <a:effectLst/>
        </p:grpSpPr>
        <p:sp>
          <p:nvSpPr>
            <p:cNvPr id="137" name="Freeform 136"/>
            <p:cNvSpPr/>
            <p:nvPr/>
          </p:nvSpPr>
          <p:spPr>
            <a:xfrm>
              <a:off x="4182034" y="1604150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7 w 4374778"/>
                <a:gd name="connsiteY1" fmla="*/ 0 h 1058423"/>
                <a:gd name="connsiteX2" fmla="*/ 4374778 w 4374778"/>
                <a:gd name="connsiteY2" fmla="*/ 529212 h 1058423"/>
                <a:gd name="connsiteX3" fmla="*/ 3845567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7" y="0"/>
                  </a:lnTo>
                  <a:cubicBezTo>
                    <a:pt x="4137842" y="0"/>
                    <a:pt x="4374778" y="236937"/>
                    <a:pt x="4374778" y="529212"/>
                  </a:cubicBezTo>
                  <a:cubicBezTo>
                    <a:pt x="4374778" y="821487"/>
                    <a:pt x="4137842" y="1058423"/>
                    <a:pt x="3845567" y="1058423"/>
                  </a:cubicBezTo>
                  <a:lnTo>
                    <a:pt x="0" y="1058423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4912724" y="2662575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6 w 4374778"/>
                <a:gd name="connsiteY1" fmla="*/ 0 h 1058423"/>
                <a:gd name="connsiteX2" fmla="*/ 4374778 w 4374778"/>
                <a:gd name="connsiteY2" fmla="*/ 529212 h 1058423"/>
                <a:gd name="connsiteX3" fmla="*/ 3845566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6" y="0"/>
                  </a:lnTo>
                  <a:cubicBezTo>
                    <a:pt x="4137842" y="0"/>
                    <a:pt x="4374778" y="236937"/>
                    <a:pt x="4374778" y="529212"/>
                  </a:cubicBezTo>
                  <a:cubicBezTo>
                    <a:pt x="4374778" y="821487"/>
                    <a:pt x="4137842" y="1058423"/>
                    <a:pt x="3845566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5639619" y="3721700"/>
              <a:ext cx="4374777" cy="1058423"/>
            </a:xfrm>
            <a:custGeom>
              <a:avLst/>
              <a:gdLst>
                <a:gd name="connsiteX0" fmla="*/ 0 w 4374777"/>
                <a:gd name="connsiteY0" fmla="*/ 0 h 1058423"/>
                <a:gd name="connsiteX1" fmla="*/ 3845567 w 4374777"/>
                <a:gd name="connsiteY1" fmla="*/ 0 h 1058423"/>
                <a:gd name="connsiteX2" fmla="*/ 4374777 w 4374777"/>
                <a:gd name="connsiteY2" fmla="*/ 529212 h 1058423"/>
                <a:gd name="connsiteX3" fmla="*/ 3845567 w 4374777"/>
                <a:gd name="connsiteY3" fmla="*/ 1058423 h 1058423"/>
                <a:gd name="connsiteX4" fmla="*/ 0 w 4374777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7" h="1058423">
                  <a:moveTo>
                    <a:pt x="0" y="0"/>
                  </a:moveTo>
                  <a:lnTo>
                    <a:pt x="3845567" y="0"/>
                  </a:lnTo>
                  <a:cubicBezTo>
                    <a:pt x="4137841" y="0"/>
                    <a:pt x="4374777" y="236937"/>
                    <a:pt x="4374777" y="529212"/>
                  </a:cubicBezTo>
                  <a:cubicBezTo>
                    <a:pt x="4374777" y="821487"/>
                    <a:pt x="4137841" y="1058423"/>
                    <a:pt x="3845567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6369423" y="4780123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6 w 4374778"/>
                <a:gd name="connsiteY1" fmla="*/ 0 h 1058423"/>
                <a:gd name="connsiteX2" fmla="*/ 4374778 w 4374778"/>
                <a:gd name="connsiteY2" fmla="*/ 529212 h 1058423"/>
                <a:gd name="connsiteX3" fmla="*/ 3845566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6" y="0"/>
                  </a:lnTo>
                  <a:cubicBezTo>
                    <a:pt x="4137842" y="0"/>
                    <a:pt x="4374778" y="236936"/>
                    <a:pt x="4374778" y="529212"/>
                  </a:cubicBezTo>
                  <a:cubicBezTo>
                    <a:pt x="4374778" y="821487"/>
                    <a:pt x="4137842" y="1058423"/>
                    <a:pt x="3845566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Isosceles Triangle 110"/>
            <p:cNvSpPr/>
            <p:nvPr/>
          </p:nvSpPr>
          <p:spPr>
            <a:xfrm>
              <a:off x="1447800" y="740335"/>
              <a:ext cx="6237703" cy="5377330"/>
            </a:xfrm>
            <a:prstGeom prst="triangl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0"/>
              <a:tileRect/>
            </a:gradFill>
            <a:ln>
              <a:noFill/>
            </a:ln>
            <a:effectLst>
              <a:outerShdw blurRad="165100" dist="63500" algn="l" rotWithShape="0">
                <a:schemeClr val="tx1">
                  <a:lumMod val="90000"/>
                  <a:lumOff val="10000"/>
                  <a:alpha val="3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Freeform 103"/>
            <p:cNvSpPr/>
            <p:nvPr/>
          </p:nvSpPr>
          <p:spPr>
            <a:xfrm rot="5400000" flipH="1">
              <a:off x="3697614" y="1358584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4149134" y="1815072"/>
              <a:ext cx="637982" cy="63798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01</a:t>
              </a:r>
            </a:p>
          </p:txBody>
        </p:sp>
        <p:sp>
          <p:nvSpPr>
            <p:cNvPr id="122" name="Freeform 121"/>
            <p:cNvSpPr/>
            <p:nvPr/>
          </p:nvSpPr>
          <p:spPr>
            <a:xfrm rot="5400000" flipH="1">
              <a:off x="3084397" y="2417008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3535917" y="2873496"/>
              <a:ext cx="637982" cy="63798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02</a:t>
              </a:r>
            </a:p>
          </p:txBody>
        </p:sp>
        <p:sp>
          <p:nvSpPr>
            <p:cNvPr id="125" name="Freeform 124"/>
            <p:cNvSpPr/>
            <p:nvPr/>
          </p:nvSpPr>
          <p:spPr>
            <a:xfrm rot="5400000" flipH="1">
              <a:off x="2471180" y="3475432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2922700" y="3931920"/>
              <a:ext cx="637982" cy="63798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03</a:t>
              </a:r>
            </a:p>
          </p:txBody>
        </p:sp>
        <p:sp>
          <p:nvSpPr>
            <p:cNvPr id="128" name="Freeform 127"/>
            <p:cNvSpPr/>
            <p:nvPr/>
          </p:nvSpPr>
          <p:spPr>
            <a:xfrm rot="5400000" flipH="1">
              <a:off x="1857963" y="4533855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2309483" y="4990343"/>
              <a:ext cx="637982" cy="63798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04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1ADC62DB-3534-4913-B490-F2FCDD22BC1D}"/>
              </a:ext>
            </a:extLst>
          </p:cNvPr>
          <p:cNvSpPr/>
          <p:nvPr/>
        </p:nvSpPr>
        <p:spPr>
          <a:xfrm>
            <a:off x="4912069" y="77818"/>
            <a:ext cx="2611960" cy="9083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Complex Differentiation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4C755C2-4257-4E49-8687-B15A51221872}"/>
              </a:ext>
            </a:extLst>
          </p:cNvPr>
          <p:cNvSpPr txBox="1"/>
          <p:nvPr/>
        </p:nvSpPr>
        <p:spPr>
          <a:xfrm>
            <a:off x="6448366" y="2271795"/>
            <a:ext cx="3179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TYPE-I: FINDING DERIVATIVES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943B7E8-F759-485B-8202-4ED141677E5C}"/>
              </a:ext>
            </a:extLst>
          </p:cNvPr>
          <p:cNvSpPr txBox="1"/>
          <p:nvPr/>
        </p:nvSpPr>
        <p:spPr>
          <a:xfrm>
            <a:off x="7132024" y="3446354"/>
            <a:ext cx="2970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TYPE-II: Analyticity Test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2C1D75-1C03-4B45-A86E-2479AB94DC2B}"/>
              </a:ext>
            </a:extLst>
          </p:cNvPr>
          <p:cNvSpPr/>
          <p:nvPr/>
        </p:nvSpPr>
        <p:spPr>
          <a:xfrm>
            <a:off x="5255799" y="4334160"/>
            <a:ext cx="2385135" cy="1090671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w Cen MT Condensed Extra Bold" panose="020B0803020202020204" pitchFamily="34" charset="0"/>
              </a:rPr>
              <a:t>Contents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768DC-A053-4543-AD6A-7A88084A42B5}"/>
              </a:ext>
            </a:extLst>
          </p:cNvPr>
          <p:cNvSpPr txBox="1"/>
          <p:nvPr/>
        </p:nvSpPr>
        <p:spPr>
          <a:xfrm>
            <a:off x="7502482" y="4344939"/>
            <a:ext cx="384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TYPE-III: Harmonic Function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A6AD69-8C90-4323-BABB-72419D53FFA7}"/>
              </a:ext>
            </a:extLst>
          </p:cNvPr>
          <p:cNvSpPr txBox="1"/>
          <p:nvPr/>
        </p:nvSpPr>
        <p:spPr>
          <a:xfrm>
            <a:off x="8284140" y="5227957"/>
            <a:ext cx="3045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TYPE-IV: Find a function v for Analytic Function/Harmonic Conjugate</a:t>
            </a:r>
          </a:p>
        </p:txBody>
      </p:sp>
    </p:spTree>
    <p:extLst>
      <p:ext uri="{BB962C8B-B14F-4D97-AF65-F5344CB8AC3E}">
        <p14:creationId xmlns:p14="http://schemas.microsoft.com/office/powerpoint/2010/main" val="124474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55745-C8DF-4BA2-BE7D-531A78F2C9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4"/>
            <a:ext cx="11772900" cy="25685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2868AD-D8FC-4C84-BD79-A255BAF02046}"/>
              </a:ext>
            </a:extLst>
          </p:cNvPr>
          <p:cNvSpPr/>
          <p:nvPr/>
        </p:nvSpPr>
        <p:spPr>
          <a:xfrm>
            <a:off x="0" y="117475"/>
            <a:ext cx="2743200" cy="434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DERIVATIVES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DE053-E6B3-4F1D-806A-304E01C093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956368"/>
            <a:ext cx="11772900" cy="15300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17A2C3-9630-466F-A2BF-E8D648C06482}"/>
              </a:ext>
            </a:extLst>
          </p:cNvPr>
          <p:cNvSpPr/>
          <p:nvPr/>
        </p:nvSpPr>
        <p:spPr>
          <a:xfrm>
            <a:off x="152400" y="3832225"/>
            <a:ext cx="3429000" cy="434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Analytic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3DFC6-AF84-41FF-9D0F-DA6DEDE75719}"/>
              </a:ext>
            </a:extLst>
          </p:cNvPr>
          <p:cNvSpPr/>
          <p:nvPr/>
        </p:nvSpPr>
        <p:spPr>
          <a:xfrm>
            <a:off x="11077575" y="1514475"/>
            <a:ext cx="609600" cy="4857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4BF002-86C6-4188-908C-6FF14DC30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762250"/>
            <a:ext cx="22955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4BCA4-DC1D-4939-91C8-9856F014E4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8175" cy="28546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C1615C-65A6-4B69-87AC-E9F07E334156}"/>
              </a:ext>
            </a:extLst>
          </p:cNvPr>
          <p:cNvSpPr/>
          <p:nvPr/>
        </p:nvSpPr>
        <p:spPr>
          <a:xfrm>
            <a:off x="123825" y="0"/>
            <a:ext cx="4752975" cy="4730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Cauchy-Reimann Equations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1075D-D8F0-40E7-B9D0-00DA26E7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2275"/>
            <a:ext cx="11801475" cy="3895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F4F563-6F75-460F-89AF-CE14DC39676A}"/>
              </a:ext>
            </a:extLst>
          </p:cNvPr>
          <p:cNvSpPr/>
          <p:nvPr/>
        </p:nvSpPr>
        <p:spPr>
          <a:xfrm>
            <a:off x="123824" y="2870518"/>
            <a:ext cx="4752975" cy="4730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Harmonic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D36CD5-9295-4214-93D3-6D0697B382A0}"/>
              </a:ext>
            </a:extLst>
          </p:cNvPr>
          <p:cNvSpPr/>
          <p:nvPr/>
        </p:nvSpPr>
        <p:spPr>
          <a:xfrm>
            <a:off x="11287125" y="1428750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B0483-7EDB-4EE9-ABB0-6DFCAAD41C2D}"/>
              </a:ext>
            </a:extLst>
          </p:cNvPr>
          <p:cNvSpPr/>
          <p:nvPr/>
        </p:nvSpPr>
        <p:spPr>
          <a:xfrm>
            <a:off x="10896600" y="4287837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FC600-F806-4DCC-9E63-D97D0CD28E15}"/>
              </a:ext>
            </a:extLst>
          </p:cNvPr>
          <p:cNvSpPr/>
          <p:nvPr/>
        </p:nvSpPr>
        <p:spPr>
          <a:xfrm>
            <a:off x="10896600" y="5566568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4382D7-8268-4D16-96CB-25111414E61D}"/>
              </a:ext>
            </a:extLst>
          </p:cNvPr>
          <p:cNvCxnSpPr/>
          <p:nvPr/>
        </p:nvCxnSpPr>
        <p:spPr>
          <a:xfrm>
            <a:off x="7534275" y="1704975"/>
            <a:ext cx="3067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77897E-331D-47DE-8224-F3543C6A0177}"/>
              </a:ext>
            </a:extLst>
          </p:cNvPr>
          <p:cNvSpPr txBox="1"/>
          <p:nvPr/>
        </p:nvSpPr>
        <p:spPr>
          <a:xfrm>
            <a:off x="10648950" y="1520308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9BF94F-7424-42FA-8D2E-A441B0108F8F}"/>
              </a:ext>
            </a:extLst>
          </p:cNvPr>
          <p:cNvSpPr/>
          <p:nvPr/>
        </p:nvSpPr>
        <p:spPr>
          <a:xfrm>
            <a:off x="3133725" y="2181225"/>
            <a:ext cx="714375" cy="3143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19B04D0-10DA-46FB-8FD2-61FB0872648C}"/>
              </a:ext>
            </a:extLst>
          </p:cNvPr>
          <p:cNvSpPr/>
          <p:nvPr/>
        </p:nvSpPr>
        <p:spPr>
          <a:xfrm>
            <a:off x="123825" y="-9525"/>
            <a:ext cx="28479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TYPE-I: FINDING DERIVATIVES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BF4AE-C1DE-44A0-82F9-C009DC152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216816"/>
            <a:ext cx="11077575" cy="52292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B21E26-6052-4F2A-86EB-162050589A12}"/>
              </a:ext>
            </a:extLst>
          </p:cNvPr>
          <p:cNvSpPr/>
          <p:nvPr/>
        </p:nvSpPr>
        <p:spPr>
          <a:xfrm>
            <a:off x="0" y="1216816"/>
            <a:ext cx="838200" cy="5032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highlight>
                  <a:srgbClr val="FFFF00"/>
                </a:highlight>
              </a:rPr>
              <a:t>EX-1:</a:t>
            </a:r>
          </a:p>
        </p:txBody>
      </p:sp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0AEAE7D-8B8C-4AEE-B771-4F74E49B965D}"/>
              </a:ext>
            </a:extLst>
          </p:cNvPr>
          <p:cNvSpPr/>
          <p:nvPr/>
        </p:nvSpPr>
        <p:spPr>
          <a:xfrm>
            <a:off x="125507" y="-9525"/>
            <a:ext cx="2447925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C834B-EF85-47C9-A0CD-538464687F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33"/>
          <a:stretch/>
        </p:blipFill>
        <p:spPr>
          <a:xfrm>
            <a:off x="2573432" y="0"/>
            <a:ext cx="7045136" cy="1657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3A4DC-313B-4B8F-A937-883A55D3AA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95"/>
          <a:stretch/>
        </p:blipFill>
        <p:spPr>
          <a:xfrm>
            <a:off x="2573432" y="1762124"/>
            <a:ext cx="7045136" cy="5095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7BB21B-004A-44DA-BAF7-147B135D32C2}"/>
              </a:ext>
            </a:extLst>
          </p:cNvPr>
          <p:cNvSpPr/>
          <p:nvPr/>
        </p:nvSpPr>
        <p:spPr>
          <a:xfrm>
            <a:off x="3962400" y="323851"/>
            <a:ext cx="4572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2: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FB288-DAAF-44C8-A296-95859A96CF3F}"/>
              </a:ext>
            </a:extLst>
          </p:cNvPr>
          <p:cNvSpPr/>
          <p:nvPr/>
        </p:nvSpPr>
        <p:spPr>
          <a:xfrm>
            <a:off x="5143500" y="1762124"/>
            <a:ext cx="1085850" cy="2952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535B34-C1C3-441B-AB54-95F5104D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450"/>
            <a:ext cx="10001250" cy="6305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09B5C7-AB6A-4030-816F-6D36576FA47A}"/>
              </a:ext>
            </a:extLst>
          </p:cNvPr>
          <p:cNvSpPr txBox="1"/>
          <p:nvPr/>
        </p:nvSpPr>
        <p:spPr>
          <a:xfrm>
            <a:off x="0" y="0"/>
            <a:ext cx="1110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highlight>
                  <a:srgbClr val="FFFF00"/>
                </a:highlight>
              </a:rPr>
              <a:t>Example 3:</a:t>
            </a:r>
            <a:r>
              <a:rPr lang="en-US" sz="2000" b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50F79-C9A3-4921-8CA6-A52626205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37" y="25400"/>
            <a:ext cx="5153025" cy="3905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38DA77-7749-4C7F-82EB-1693B8831FE3}"/>
              </a:ext>
            </a:extLst>
          </p:cNvPr>
          <p:cNvCxnSpPr/>
          <p:nvPr/>
        </p:nvCxnSpPr>
        <p:spPr>
          <a:xfrm flipH="1">
            <a:off x="6405562" y="88869"/>
            <a:ext cx="123825" cy="263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A36DF85-1507-4DAB-B956-BAC757E7E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387" y="84168"/>
            <a:ext cx="41624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50E1-189E-43F7-96F0-2DC1C752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68C08-CB58-488D-B1A9-0DBEC34B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FDE12-1224-4BDA-A0F2-697BDF3C2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09550"/>
            <a:ext cx="11487151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E4417B-EADD-4755-8D52-B6C5C2B0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085850"/>
            <a:ext cx="11906250" cy="5772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C110FD-CF8F-4542-9910-CCDCD365AE95}"/>
              </a:ext>
            </a:extLst>
          </p:cNvPr>
          <p:cNvSpPr txBox="1"/>
          <p:nvPr/>
        </p:nvSpPr>
        <p:spPr>
          <a:xfrm>
            <a:off x="66675" y="25717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 4: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A6BF7-00BC-4A41-9DD9-C8CF8162C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3" y="257175"/>
            <a:ext cx="1051083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593F0A-0220-4F9A-B50F-92DF2F476714}"/>
              </a:ext>
            </a:extLst>
          </p:cNvPr>
          <p:cNvSpPr/>
          <p:nvPr/>
        </p:nvSpPr>
        <p:spPr>
          <a:xfrm>
            <a:off x="123825" y="0"/>
            <a:ext cx="25431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TYPE-II: Analyticity Test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2E10B50-56D9-4BF7-AE87-00204415E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122114"/>
              </p:ext>
            </p:extLst>
          </p:nvPr>
        </p:nvGraphicFramePr>
        <p:xfrm>
          <a:off x="3292475" y="184150"/>
          <a:ext cx="8899525" cy="111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" name="Equation" r:id="rId3" imgW="4609800" imgH="596880" progId="Equation.DSMT4">
                  <p:embed/>
                </p:oleObj>
              </mc:Choice>
              <mc:Fallback>
                <p:oleObj name="Equation" r:id="rId3" imgW="46098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2475" y="184150"/>
                        <a:ext cx="8899525" cy="111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CB6D5B-4A6C-4233-868A-2C83DF59FC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472767"/>
              </p:ext>
            </p:extLst>
          </p:nvPr>
        </p:nvGraphicFramePr>
        <p:xfrm>
          <a:off x="4114800" y="22098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" name="Equation" r:id="rId5" imgW="914400" imgH="181440" progId="Equation.DSMT4">
                  <p:embed/>
                </p:oleObj>
              </mc:Choice>
              <mc:Fallback>
                <p:oleObj name="Equation" r:id="rId5" imgW="914400" imgH="18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2704E4-3505-4966-B1F7-7D9AA2DB72F5}"/>
              </a:ext>
            </a:extLst>
          </p:cNvPr>
          <p:cNvSpPr txBox="1"/>
          <p:nvPr/>
        </p:nvSpPr>
        <p:spPr>
          <a:xfrm>
            <a:off x="2497138" y="148191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EX-1: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BA8936D-AE81-410B-B827-5B1F1EBC8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050300"/>
              </p:ext>
            </p:extLst>
          </p:nvPr>
        </p:nvGraphicFramePr>
        <p:xfrm>
          <a:off x="3038475" y="1301751"/>
          <a:ext cx="8516938" cy="555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" name="Equation" r:id="rId7" imgW="4431960" imgH="3263760" progId="Equation.DSMT4">
                  <p:embed/>
                </p:oleObj>
              </mc:Choice>
              <mc:Fallback>
                <p:oleObj name="Equation" r:id="rId7" imgW="4431960" imgH="326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8475" y="1301751"/>
                        <a:ext cx="8516938" cy="555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35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06C2CB-E5D4-4F8E-A52C-3B700E4B1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538223"/>
              </p:ext>
            </p:extLst>
          </p:nvPr>
        </p:nvGraphicFramePr>
        <p:xfrm>
          <a:off x="2844800" y="136525"/>
          <a:ext cx="8899525" cy="111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3" imgW="4609800" imgH="596880" progId="Equation.DSMT4">
                  <p:embed/>
                </p:oleObj>
              </mc:Choice>
              <mc:Fallback>
                <p:oleObj name="Equation" r:id="rId3" imgW="4609800" imgH="5968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2E10B50-56D9-4BF7-AE87-00204415ED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4800" y="136525"/>
                        <a:ext cx="8899525" cy="111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9F362D-A80B-4389-ABB8-9B553E07AED4}"/>
              </a:ext>
            </a:extLst>
          </p:cNvPr>
          <p:cNvSpPr txBox="1"/>
          <p:nvPr/>
        </p:nvSpPr>
        <p:spPr>
          <a:xfrm>
            <a:off x="257175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428D7-98EB-4E81-A309-D8CEB3ECFD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 b="38334"/>
          <a:stretch/>
        </p:blipFill>
        <p:spPr>
          <a:xfrm>
            <a:off x="4344590" y="1254124"/>
            <a:ext cx="7847410" cy="54673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0A9D7C-7E8C-4A3D-BAE9-304BF5FB11F9}"/>
              </a:ext>
            </a:extLst>
          </p:cNvPr>
          <p:cNvSpPr/>
          <p:nvPr/>
        </p:nvSpPr>
        <p:spPr>
          <a:xfrm>
            <a:off x="5200650" y="1543050"/>
            <a:ext cx="400050" cy="333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068A2-9CCD-4FB1-B46B-67A9C34E857B}"/>
              </a:ext>
            </a:extLst>
          </p:cNvPr>
          <p:cNvSpPr txBox="1"/>
          <p:nvPr/>
        </p:nvSpPr>
        <p:spPr>
          <a:xfrm>
            <a:off x="3743325" y="1507093"/>
            <a:ext cx="201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00371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F1EAC-148A-4D15-A899-559F65149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96"/>
          <a:stretch/>
        </p:blipFill>
        <p:spPr>
          <a:xfrm>
            <a:off x="0" y="-19050"/>
            <a:ext cx="9495235" cy="3609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1E67A-B5B4-4842-B3E1-FBAD8331F6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57361"/>
          <a:stretch/>
        </p:blipFill>
        <p:spPr>
          <a:xfrm>
            <a:off x="804381" y="3000375"/>
            <a:ext cx="7886471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42039-B726-4B75-9C3D-323D4F199B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6"/>
          <a:stretch/>
        </p:blipFill>
        <p:spPr>
          <a:xfrm>
            <a:off x="0" y="1"/>
            <a:ext cx="7133996" cy="5429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3511DF-EBBC-4632-8E75-7A3A593A80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" b="75556"/>
          <a:stretch/>
        </p:blipFill>
        <p:spPr>
          <a:xfrm>
            <a:off x="1083652" y="5267324"/>
            <a:ext cx="7569696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6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CA6C5-41C8-4DE6-9ADF-53AABAFFA988}"/>
              </a:ext>
            </a:extLst>
          </p:cNvPr>
          <p:cNvSpPr txBox="1"/>
          <p:nvPr/>
        </p:nvSpPr>
        <p:spPr>
          <a:xfrm>
            <a:off x="133350" y="93106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6A1AEAE-3EDF-4D89-AF0E-3D12461E6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251964"/>
              </p:ext>
            </p:extLst>
          </p:nvPr>
        </p:nvGraphicFramePr>
        <p:xfrm>
          <a:off x="1619250" y="64809"/>
          <a:ext cx="990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" name="Equation" r:id="rId3" imgW="4381200" imgH="190440" progId="Equation.DSMT4">
                  <p:embed/>
                </p:oleObj>
              </mc:Choice>
              <mc:Fallback>
                <p:oleObj name="Equation" r:id="rId3" imgW="43812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64809"/>
                        <a:ext cx="9906000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161F065-F885-4CE0-A03C-6C5D56314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463555"/>
              </p:ext>
            </p:extLst>
          </p:nvPr>
        </p:nvGraphicFramePr>
        <p:xfrm>
          <a:off x="485775" y="647700"/>
          <a:ext cx="673417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Equation" r:id="rId5" imgW="2247840" imgH="2070000" progId="Equation.DSMT4">
                  <p:embed/>
                </p:oleObj>
              </mc:Choice>
              <mc:Fallback>
                <p:oleObj name="Equation" r:id="rId5" imgW="2247840" imgH="2070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775" y="647700"/>
                        <a:ext cx="6734175" cy="556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5210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7912566-3F39-45CE-B298-D4555EC02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358457"/>
              </p:ext>
            </p:extLst>
          </p:nvPr>
        </p:nvGraphicFramePr>
        <p:xfrm>
          <a:off x="149225" y="136525"/>
          <a:ext cx="5318125" cy="638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Equation" r:id="rId3" imgW="1854000" imgH="3124080" progId="Equation.DSMT4">
                  <p:embed/>
                </p:oleObj>
              </mc:Choice>
              <mc:Fallback>
                <p:oleObj name="Equation" r:id="rId3" imgW="1854000" imgH="312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225" y="136525"/>
                        <a:ext cx="5318125" cy="638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596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D6B3B-69A7-46F3-9E3D-3DD58C2994DE}"/>
              </a:ext>
            </a:extLst>
          </p:cNvPr>
          <p:cNvSpPr txBox="1"/>
          <p:nvPr/>
        </p:nvSpPr>
        <p:spPr>
          <a:xfrm>
            <a:off x="76199" y="2584450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Ex- 4</a:t>
            </a:r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43CF069-6F39-40F0-B2B2-3384CA328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839958"/>
              </p:ext>
            </p:extLst>
          </p:nvPr>
        </p:nvGraphicFramePr>
        <p:xfrm>
          <a:off x="1092200" y="2423041"/>
          <a:ext cx="65182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name="Equation" r:id="rId3" imgW="2489040" imgH="342720" progId="Equation.DSMT4">
                  <p:embed/>
                </p:oleObj>
              </mc:Choice>
              <mc:Fallback>
                <p:oleObj name="Equation" r:id="rId3" imgW="2489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200" y="2423041"/>
                        <a:ext cx="6518275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F93C39A-BFA5-4CC8-A8D4-C88E2FFFA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966110"/>
              </p:ext>
            </p:extLst>
          </p:nvPr>
        </p:nvGraphicFramePr>
        <p:xfrm>
          <a:off x="1914524" y="3001924"/>
          <a:ext cx="9648826" cy="375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" name="Equation" r:id="rId5" imgW="4647960" imgH="1993680" progId="Equation.DSMT4">
                  <p:embed/>
                </p:oleObj>
              </mc:Choice>
              <mc:Fallback>
                <p:oleObj name="Equation" r:id="rId5" imgW="4647960" imgH="1993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4524" y="3001924"/>
                        <a:ext cx="9648826" cy="3755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576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C80B7AC-32CF-48EA-957D-A888A6B55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02667"/>
              </p:ext>
            </p:extLst>
          </p:nvPr>
        </p:nvGraphicFramePr>
        <p:xfrm>
          <a:off x="98425" y="136525"/>
          <a:ext cx="10026650" cy="503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Equation" r:id="rId3" imgW="4127400" imgH="2298600" progId="Equation.DSMT4">
                  <p:embed/>
                </p:oleObj>
              </mc:Choice>
              <mc:Fallback>
                <p:oleObj name="Equation" r:id="rId3" imgW="4127400" imgH="22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136525"/>
                        <a:ext cx="10026650" cy="503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264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944FCF3-4328-490B-8426-16F0F4794C71}"/>
              </a:ext>
            </a:extLst>
          </p:cNvPr>
          <p:cNvSpPr/>
          <p:nvPr/>
        </p:nvSpPr>
        <p:spPr>
          <a:xfrm>
            <a:off x="123825" y="0"/>
            <a:ext cx="25431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TYPE-III: Harmonic Function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CF1CB12-1874-4400-8C08-750AF0381F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903485"/>
              </p:ext>
            </p:extLst>
          </p:nvPr>
        </p:nvGraphicFramePr>
        <p:xfrm>
          <a:off x="4033838" y="690563"/>
          <a:ext cx="77025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Equation" r:id="rId3" imgW="3225600" imgH="203040" progId="Equation.DSMT4">
                  <p:embed/>
                </p:oleObj>
              </mc:Choice>
              <mc:Fallback>
                <p:oleObj name="Equation" r:id="rId3" imgW="322560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5791368-BF71-490C-B741-0766A3EF84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3838" y="690563"/>
                        <a:ext cx="7702550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64AD5B-9671-47D0-A204-CC09806FD0C4}"/>
              </a:ext>
            </a:extLst>
          </p:cNvPr>
          <p:cNvSpPr txBox="1"/>
          <p:nvPr/>
        </p:nvSpPr>
        <p:spPr>
          <a:xfrm>
            <a:off x="3381375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1: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6473190-A830-4054-A64B-8D4D14FEFA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746845"/>
              </p:ext>
            </p:extLst>
          </p:nvPr>
        </p:nvGraphicFramePr>
        <p:xfrm>
          <a:off x="4191000" y="1476375"/>
          <a:ext cx="7229475" cy="500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0" y="1476375"/>
                        <a:ext cx="7229475" cy="500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8B23C3-A028-43CD-9F81-CB71ADBD3590}"/>
              </a:ext>
            </a:extLst>
          </p:cNvPr>
          <p:cNvSpPr txBox="1"/>
          <p:nvPr/>
        </p:nvSpPr>
        <p:spPr>
          <a:xfrm>
            <a:off x="2395537" y="1476375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685665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63634-192C-4648-A7F1-8FFC2001A461}"/>
              </a:ext>
            </a:extLst>
          </p:cNvPr>
          <p:cNvSpPr txBox="1"/>
          <p:nvPr/>
        </p:nvSpPr>
        <p:spPr>
          <a:xfrm>
            <a:off x="1885950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ADC829F-57BF-4D01-A34A-40817093B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263391"/>
              </p:ext>
            </p:extLst>
          </p:nvPr>
        </p:nvGraphicFramePr>
        <p:xfrm>
          <a:off x="3581400" y="38100"/>
          <a:ext cx="79454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6" name="Equation" r:id="rId3" imgW="3327120" imgH="203040" progId="Equation.DSMT4">
                  <p:embed/>
                </p:oleObj>
              </mc:Choice>
              <mc:Fallback>
                <p:oleObj name="Equation" r:id="rId3" imgW="332712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CF1CB12-1874-4400-8C08-750AF0381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38100"/>
                        <a:ext cx="794543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2E025F-65D3-4843-8566-AD9404091ABF}"/>
              </a:ext>
            </a:extLst>
          </p:cNvPr>
          <p:cNvSpPr txBox="1"/>
          <p:nvPr/>
        </p:nvSpPr>
        <p:spPr>
          <a:xfrm>
            <a:off x="2066925" y="781050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74C7E9-EBB6-46DE-94B4-D2409698A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543024"/>
              </p:ext>
            </p:extLst>
          </p:nvPr>
        </p:nvGraphicFramePr>
        <p:xfrm>
          <a:off x="3695700" y="781050"/>
          <a:ext cx="7762875" cy="55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7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6473190-A830-4054-A64B-8D4D14FEFA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95700" y="781050"/>
                        <a:ext cx="7762875" cy="557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6274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BE041-1176-4D7D-BF4F-FE75A1AD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510D1-65DA-42FF-9263-21E271D9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7EB0F8-6EC6-4639-B450-A34EE66A1CC6}"/>
              </a:ext>
            </a:extLst>
          </p:cNvPr>
          <p:cNvSpPr/>
          <p:nvPr/>
        </p:nvSpPr>
        <p:spPr>
          <a:xfrm>
            <a:off x="-38099" y="-13256"/>
            <a:ext cx="2247899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BBF6A-13F3-4F05-BBF0-06A41BAF172B}"/>
              </a:ext>
            </a:extLst>
          </p:cNvPr>
          <p:cNvSpPr txBox="1"/>
          <p:nvPr/>
        </p:nvSpPr>
        <p:spPr>
          <a:xfrm>
            <a:off x="2143125" y="210244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2990BB7-61E3-4410-BDCB-F46B9A3CE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933380"/>
              </p:ext>
            </p:extLst>
          </p:nvPr>
        </p:nvGraphicFramePr>
        <p:xfrm>
          <a:off x="3822700" y="136525"/>
          <a:ext cx="7461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Equation" r:id="rId3" imgW="3124080" imgH="203040" progId="Equation.DSMT4">
                  <p:embed/>
                </p:oleObj>
              </mc:Choice>
              <mc:Fallback>
                <p:oleObj name="Equation" r:id="rId3" imgW="31240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ADC829F-57BF-4D01-A34A-40817093B7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2700" y="136525"/>
                        <a:ext cx="7461250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64336E9-3A7B-42F9-AB2B-E9E75D394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869336"/>
              </p:ext>
            </p:extLst>
          </p:nvPr>
        </p:nvGraphicFramePr>
        <p:xfrm>
          <a:off x="2484438" y="903010"/>
          <a:ext cx="8335962" cy="58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name="Equation" r:id="rId5" imgW="3263760" imgH="2425680" progId="Equation.DSMT4">
                  <p:embed/>
                </p:oleObj>
              </mc:Choice>
              <mc:Fallback>
                <p:oleObj name="Equation" r:id="rId5" imgW="3263760" imgH="2425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74C7E9-EBB6-46DE-94B4-D2409698AC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903010"/>
                        <a:ext cx="8335962" cy="5818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786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A980-9D75-4933-901F-01A1D9E7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F1391-B52A-4B3E-B7DA-E50918EF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24E01-3864-49A0-B602-2FF6262F8474}"/>
              </a:ext>
            </a:extLst>
          </p:cNvPr>
          <p:cNvSpPr txBox="1"/>
          <p:nvPr/>
        </p:nvSpPr>
        <p:spPr>
          <a:xfrm>
            <a:off x="1966912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4: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BF42A-6FF7-4726-80B0-77A898EE846E}"/>
              </a:ext>
            </a:extLst>
          </p:cNvPr>
          <p:cNvSpPr txBox="1"/>
          <p:nvPr/>
        </p:nvSpPr>
        <p:spPr>
          <a:xfrm>
            <a:off x="2057400" y="923925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3C49ACB-8D8B-4B1F-9BEA-D24FCEFC8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924893"/>
              </p:ext>
            </p:extLst>
          </p:nvPr>
        </p:nvGraphicFramePr>
        <p:xfrm>
          <a:off x="3551238" y="76200"/>
          <a:ext cx="74628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Equation" r:id="rId3" imgW="3124080" imgH="203040" progId="Equation.DSMT4">
                  <p:embed/>
                </p:oleObj>
              </mc:Choice>
              <mc:Fallback>
                <p:oleObj name="Equation" r:id="rId3" imgW="312408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2990BB7-61E3-4410-BDCB-F46B9A3CE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1238" y="76200"/>
                        <a:ext cx="746283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A3B8702-BC9A-445A-9C39-67AD89822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288328"/>
              </p:ext>
            </p:extLst>
          </p:nvPr>
        </p:nvGraphicFramePr>
        <p:xfrm>
          <a:off x="4119562" y="1039813"/>
          <a:ext cx="7038975" cy="581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64336E9-3A7B-42F9-AB2B-E9E75D394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562" y="1039813"/>
                        <a:ext cx="7038975" cy="5818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2163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E447E58-5A69-4BF8-969D-E0BC254B7C5B}"/>
              </a:ext>
            </a:extLst>
          </p:cNvPr>
          <p:cNvSpPr/>
          <p:nvPr/>
        </p:nvSpPr>
        <p:spPr>
          <a:xfrm>
            <a:off x="0" y="0"/>
            <a:ext cx="3752850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TYPE-IV: Find a function v for Analytic Function/Harmonic Conjugate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8219D-18BF-4CB9-9755-4BDE77E49E53}"/>
              </a:ext>
            </a:extLst>
          </p:cNvPr>
          <p:cNvSpPr txBox="1"/>
          <p:nvPr/>
        </p:nvSpPr>
        <p:spPr>
          <a:xfrm>
            <a:off x="3752850" y="18258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1: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A269B9-FD8A-48E5-9950-369818B37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888884"/>
              </p:ext>
            </p:extLst>
          </p:nvPr>
        </p:nvGraphicFramePr>
        <p:xfrm>
          <a:off x="3678238" y="754063"/>
          <a:ext cx="84391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3" imgW="3644640" imgH="368280" progId="Equation.DSMT4">
                  <p:embed/>
                </p:oleObj>
              </mc:Choice>
              <mc:Fallback>
                <p:oleObj name="Equation" r:id="rId3" imgW="36446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8238" y="754063"/>
                        <a:ext cx="8439150" cy="81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BEB5505-EB71-468E-ABA9-BCA235816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144029"/>
              </p:ext>
            </p:extLst>
          </p:nvPr>
        </p:nvGraphicFramePr>
        <p:xfrm>
          <a:off x="4338637" y="2379662"/>
          <a:ext cx="6650037" cy="397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Equation" r:id="rId5" imgW="2184120" imgH="1485720" progId="Equation.DSMT4">
                  <p:embed/>
                </p:oleObj>
              </mc:Choice>
              <mc:Fallback>
                <p:oleObj name="Equation" r:id="rId5" imgW="2184120" imgH="148572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F77EF3B-437B-442C-AC43-426BE5C1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38637" y="2379662"/>
                        <a:ext cx="6650037" cy="3976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13F34EC-06B7-4F31-8D4C-62A8046C4A7B}"/>
              </a:ext>
            </a:extLst>
          </p:cNvPr>
          <p:cNvSpPr txBox="1"/>
          <p:nvPr/>
        </p:nvSpPr>
        <p:spPr>
          <a:xfrm>
            <a:off x="3419475" y="1931468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1794074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F18326-25F4-41C6-8346-9ACE8718A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604442"/>
              </p:ext>
            </p:extLst>
          </p:nvPr>
        </p:nvGraphicFramePr>
        <p:xfrm>
          <a:off x="276225" y="136525"/>
          <a:ext cx="9353550" cy="611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3" imgW="3403440" imgH="2679480" progId="Equation.DSMT4">
                  <p:embed/>
                </p:oleObj>
              </mc:Choice>
              <mc:Fallback>
                <p:oleObj name="Equation" r:id="rId3" imgW="3403440" imgH="2679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F18326-25F4-41C6-8346-9ACE8718A1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5" y="136525"/>
                        <a:ext cx="9353550" cy="611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314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A762A-384E-4CFF-A34F-F27D167A1515}"/>
              </a:ext>
            </a:extLst>
          </p:cNvPr>
          <p:cNvSpPr txBox="1"/>
          <p:nvPr/>
        </p:nvSpPr>
        <p:spPr>
          <a:xfrm>
            <a:off x="0" y="3917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F3CFC41-E80E-4570-950C-D36ECF44CB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935200"/>
              </p:ext>
            </p:extLst>
          </p:nvPr>
        </p:nvGraphicFramePr>
        <p:xfrm>
          <a:off x="1619250" y="-86166"/>
          <a:ext cx="10052050" cy="104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" name="Equation" r:id="rId3" imgW="4228920" imgH="419040" progId="Equation.DSMT4">
                  <p:embed/>
                </p:oleObj>
              </mc:Choice>
              <mc:Fallback>
                <p:oleObj name="Equation" r:id="rId3" imgW="4228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-86166"/>
                        <a:ext cx="10052050" cy="1044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8C6FFF-9156-40D1-8012-D5F148825D53}"/>
              </a:ext>
            </a:extLst>
          </p:cNvPr>
          <p:cNvSpPr txBox="1"/>
          <p:nvPr/>
        </p:nvSpPr>
        <p:spPr>
          <a:xfrm>
            <a:off x="180975" y="105705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F77EF3B-437B-442C-AC43-426BE5C18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732541"/>
              </p:ext>
            </p:extLst>
          </p:nvPr>
        </p:nvGraphicFramePr>
        <p:xfrm>
          <a:off x="1524000" y="1635698"/>
          <a:ext cx="10052050" cy="404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7" name="Equation" r:id="rId5" imgW="3301920" imgH="1511280" progId="Equation.DSMT4">
                  <p:embed/>
                </p:oleObj>
              </mc:Choice>
              <mc:Fallback>
                <p:oleObj name="Equation" r:id="rId5" imgW="3301920" imgH="1511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1635698"/>
                        <a:ext cx="10052050" cy="404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415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F18326-25F4-41C6-8346-9ACE8718A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835493"/>
              </p:ext>
            </p:extLst>
          </p:nvPr>
        </p:nvGraphicFramePr>
        <p:xfrm>
          <a:off x="0" y="1"/>
          <a:ext cx="121158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name="Equation" r:id="rId3" imgW="4076640" imgH="3263760" progId="Equation.DSMT4">
                  <p:embed/>
                </p:oleObj>
              </mc:Choice>
              <mc:Fallback>
                <p:oleObj name="Equation" r:id="rId3" imgW="4076640" imgH="326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211580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447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26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4BD86F-2CEB-429B-9208-7B5728A1125E}"/>
              </a:ext>
            </a:extLst>
          </p:cNvPr>
          <p:cNvSpPr/>
          <p:nvPr/>
        </p:nvSpPr>
        <p:spPr>
          <a:xfrm>
            <a:off x="0" y="-13256"/>
            <a:ext cx="2209800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9CFD241-2060-42E3-A187-1C13736C9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42960"/>
              </p:ext>
            </p:extLst>
          </p:nvPr>
        </p:nvGraphicFramePr>
        <p:xfrm>
          <a:off x="2200275" y="781050"/>
          <a:ext cx="9931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Equation" r:id="rId3" imgW="4178160" imgH="419040" progId="Equation.DSMT4">
                  <p:embed/>
                </p:oleObj>
              </mc:Choice>
              <mc:Fallback>
                <p:oleObj name="Equation" r:id="rId3" imgW="417816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F3CFC41-E80E-4570-950C-D36ECF44C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0275" y="781050"/>
                        <a:ext cx="9931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3003947-709F-4D45-990E-A2C61A8CD9E3}"/>
              </a:ext>
            </a:extLst>
          </p:cNvPr>
          <p:cNvSpPr txBox="1"/>
          <p:nvPr/>
        </p:nvSpPr>
        <p:spPr>
          <a:xfrm>
            <a:off x="2209800" y="41053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B7A045E-B55C-4137-93A3-6F6BF648D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171608"/>
              </p:ext>
            </p:extLst>
          </p:nvPr>
        </p:nvGraphicFramePr>
        <p:xfrm>
          <a:off x="2328862" y="2113757"/>
          <a:ext cx="9586913" cy="404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Equation" r:id="rId5" imgW="3149280" imgH="1511280" progId="Equation.DSMT4">
                  <p:embed/>
                </p:oleObj>
              </mc:Choice>
              <mc:Fallback>
                <p:oleObj name="Equation" r:id="rId5" imgW="3149280" imgH="15112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F77EF3B-437B-442C-AC43-426BE5C1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8862" y="2113757"/>
                        <a:ext cx="9586913" cy="4043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5A2BD1-6F65-43CD-9F24-D49E7EAB13EB}"/>
              </a:ext>
            </a:extLst>
          </p:cNvPr>
          <p:cNvSpPr txBox="1"/>
          <p:nvPr/>
        </p:nvSpPr>
        <p:spPr>
          <a:xfrm>
            <a:off x="1000125" y="1761094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918750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9B81AE1-8320-45FD-B018-1D56EFA81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158966"/>
              </p:ext>
            </p:extLst>
          </p:nvPr>
        </p:nvGraphicFramePr>
        <p:xfrm>
          <a:off x="196849" y="1"/>
          <a:ext cx="9890126" cy="648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3" imgW="4025880" imgH="2984400" progId="Equation.DSMT4">
                  <p:embed/>
                </p:oleObj>
              </mc:Choice>
              <mc:Fallback>
                <p:oleObj name="Equation" r:id="rId3" imgW="4025880" imgH="298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849" y="1"/>
                        <a:ext cx="9890126" cy="648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1587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FBC98-D2BA-4EC1-BDB1-A6427C921E42}"/>
              </a:ext>
            </a:extLst>
          </p:cNvPr>
          <p:cNvSpPr txBox="1"/>
          <p:nvPr/>
        </p:nvSpPr>
        <p:spPr>
          <a:xfrm>
            <a:off x="0" y="13120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4: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39E756-8D16-41DB-817B-7A5D2091F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343579"/>
              </p:ext>
            </p:extLst>
          </p:nvPr>
        </p:nvGraphicFramePr>
        <p:xfrm>
          <a:off x="1543050" y="20596"/>
          <a:ext cx="105537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Equation" r:id="rId3" imgW="4419360" imgH="419040" progId="Equation.DSMT4">
                  <p:embed/>
                </p:oleObj>
              </mc:Choice>
              <mc:Fallback>
                <p:oleObj name="Equation" r:id="rId3" imgW="441936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9CFD241-2060-42E3-A187-1C13736C9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3050" y="20596"/>
                        <a:ext cx="10553700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160F6E7-3C51-4BD0-A1FF-56D51431A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681251"/>
              </p:ext>
            </p:extLst>
          </p:nvPr>
        </p:nvGraphicFramePr>
        <p:xfrm>
          <a:off x="4171951" y="2264847"/>
          <a:ext cx="6219824" cy="385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Equation" r:id="rId5" imgW="2387520" imgH="1485720" progId="Equation.DSMT4">
                  <p:embed/>
                </p:oleObj>
              </mc:Choice>
              <mc:Fallback>
                <p:oleObj name="Equation" r:id="rId5" imgW="2387520" imgH="14857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BEB5505-EB71-468E-ABA9-BCA2358165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1951" y="2264847"/>
                        <a:ext cx="6219824" cy="3859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FF9EBE-1879-4D71-A352-E70C2E43F6ED}"/>
              </a:ext>
            </a:extLst>
          </p:cNvPr>
          <p:cNvSpPr txBox="1"/>
          <p:nvPr/>
        </p:nvSpPr>
        <p:spPr>
          <a:xfrm>
            <a:off x="2595562" y="184840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3873159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73BC44B-2D4C-4BA0-9960-DDBAA1D7D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118112"/>
              </p:ext>
            </p:extLst>
          </p:nvPr>
        </p:nvGraphicFramePr>
        <p:xfrm>
          <a:off x="163513" y="282574"/>
          <a:ext cx="8447087" cy="607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Equation" r:id="rId3" imgW="3073320" imgH="2476440" progId="Equation.DSMT4">
                  <p:embed/>
                </p:oleObj>
              </mc:Choice>
              <mc:Fallback>
                <p:oleObj name="Equation" r:id="rId3" imgW="3073320" imgH="2476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F18326-25F4-41C6-8346-9ACE8718A1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513" y="282574"/>
                        <a:ext cx="8447087" cy="607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4686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06BED-D4BD-4D67-A321-EFB9DA09BBFD}"/>
              </a:ext>
            </a:extLst>
          </p:cNvPr>
          <p:cNvSpPr txBox="1"/>
          <p:nvPr/>
        </p:nvSpPr>
        <p:spPr>
          <a:xfrm>
            <a:off x="0" y="13120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5: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791368-BF71-490C-B741-0766A3EF8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327193"/>
              </p:ext>
            </p:extLst>
          </p:nvPr>
        </p:nvGraphicFramePr>
        <p:xfrm>
          <a:off x="1684338" y="70365"/>
          <a:ext cx="10250487" cy="49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3" imgW="4292280" imgH="203040" progId="Equation.DSMT4">
                  <p:embed/>
                </p:oleObj>
              </mc:Choice>
              <mc:Fallback>
                <p:oleObj name="Equation" r:id="rId3" imgW="42922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439E756-8D16-41DB-817B-7A5D2091FE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4338" y="70365"/>
                        <a:ext cx="10250487" cy="49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BDDE18-DED0-4776-A846-9E574295C92A}"/>
              </a:ext>
            </a:extLst>
          </p:cNvPr>
          <p:cNvSpPr txBox="1"/>
          <p:nvPr/>
        </p:nvSpPr>
        <p:spPr>
          <a:xfrm>
            <a:off x="2419350" y="98480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9766C51-6B09-405C-B679-7913119C0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559881"/>
              </p:ext>
            </p:extLst>
          </p:nvPr>
        </p:nvGraphicFramePr>
        <p:xfrm>
          <a:off x="3957638" y="1597303"/>
          <a:ext cx="6286500" cy="366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5" imgW="2412720" imgH="1485720" progId="Equation.DSMT4">
                  <p:embed/>
                </p:oleObj>
              </mc:Choice>
              <mc:Fallback>
                <p:oleObj name="Equation" r:id="rId5" imgW="2412720" imgH="14857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160F6E7-3C51-4BD0-A1FF-56D51431A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7638" y="1597303"/>
                        <a:ext cx="6286500" cy="3663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3687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2289428-8847-4153-B5DA-60A8035B8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12875"/>
              </p:ext>
            </p:extLst>
          </p:nvPr>
        </p:nvGraphicFramePr>
        <p:xfrm>
          <a:off x="111125" y="282575"/>
          <a:ext cx="8551863" cy="607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3" imgW="3111480" imgH="2476440" progId="Equation.DSMT4">
                  <p:embed/>
                </p:oleObj>
              </mc:Choice>
              <mc:Fallback>
                <p:oleObj name="Equation" r:id="rId3" imgW="3111480" imgH="2476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73BC44B-2D4C-4BA0-9960-DDBAA1D7D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125" y="282575"/>
                        <a:ext cx="8551863" cy="607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131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5704</TotalTime>
  <Words>248</Words>
  <Application>Microsoft Office PowerPoint</Application>
  <PresentationFormat>Widescreen</PresentationFormat>
  <Paragraphs>116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Sitka Banner</vt:lpstr>
      <vt:lpstr>Times New Roman</vt:lpstr>
      <vt:lpstr>Tw Cen MT Condensed Extra Bold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399</cp:revision>
  <dcterms:created xsi:type="dcterms:W3CDTF">2024-04-27T09:17:32Z</dcterms:created>
  <dcterms:modified xsi:type="dcterms:W3CDTF">2026-06-23T03:49:35Z</dcterms:modified>
</cp:coreProperties>
</file>