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63" r:id="rId2"/>
    <p:sldId id="285" r:id="rId3"/>
    <p:sldId id="286" r:id="rId4"/>
    <p:sldId id="290" r:id="rId5"/>
    <p:sldId id="291" r:id="rId6"/>
    <p:sldId id="287" r:id="rId7"/>
    <p:sldId id="288" r:id="rId8"/>
    <p:sldId id="289" r:id="rId9"/>
    <p:sldId id="29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AA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83A452-B961-4A54-B530-4E6671BD5616}" type="datetimeFigureOut">
              <a:rPr lang="en-US" smtClean="0"/>
              <a:t>10/12/2025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DF38D3-F6E1-417B-8A40-D62BBDD2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537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FC85A0-BDF0-43DE-84B8-A00E7437346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3101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248F-29FC-47B1-BA71-36E3FE9B8B32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72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123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C6BDC-08A3-4386-BDCF-B7E2239B2D4A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911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07F5E-0325-4CF2-A52D-E5D76A068EDF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29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B12D1C-CE9E-4E16-B350-97D0E823F121}" type="datetime1">
              <a:rPr lang="en-US" smtClean="0"/>
              <a:t>10/12/2025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211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BA659A-B6AB-4FBC-9AD1-6FB0678898B7}" type="datetime1">
              <a:rPr lang="en-US" smtClean="0"/>
              <a:t>10/12/2025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05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A53B74-C8AE-4543-99F7-30AACFAED325}" type="datetime1">
              <a:rPr lang="en-US" smtClean="0"/>
              <a:t>10/12/2025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546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8871D-5DA4-4DCF-AF65-212F23F4BFED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638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D4A45-D1C0-4E5E-BE57-9765DCD4D490}" type="datetime1">
              <a:rPr lang="en-US" smtClean="0"/>
              <a:t>10/12/2025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31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749A8-9B8F-4B69-BCF1-361BF44FBA13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564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396FA-F610-4150-9D63-C46A2C3DFB0F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3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DEFF80-BAB3-4094-96B5-DC8EBCD2E218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4D671C-97F8-4BCC-8705-235CF629C1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559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8.png"/><Relationship Id="rId4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9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w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4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F6FE11E-7142-4712-A99F-88582EB9DF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0"/>
            <a:ext cx="1219198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0CAA981-2C11-4FB4-A6A2-67F4E9474D86}"/>
              </a:ext>
            </a:extLst>
          </p:cNvPr>
          <p:cNvSpPr txBox="1">
            <a:spLocks/>
          </p:cNvSpPr>
          <p:nvPr/>
        </p:nvSpPr>
        <p:spPr>
          <a:xfrm>
            <a:off x="1625886" y="227599"/>
            <a:ext cx="9125163" cy="1296402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 </a:t>
            </a:r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Course Code: MATH 211</a:t>
            </a:r>
          </a:p>
          <a:p>
            <a:pPr algn="ctr"/>
            <a:r>
              <a:rPr lang="en-US" sz="33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Title: MATH III</a:t>
            </a:r>
            <a:endParaRPr lang="en-US" sz="3300" b="1" dirty="0">
              <a:solidFill>
                <a:srgbClr val="92D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3300" b="1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3 </a:t>
            </a:r>
            <a:r>
              <a:rPr lang="en-US" sz="3300" b="1" dirty="0">
                <a:solidFill>
                  <a:srgbClr val="92D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(Laplace Transform)</a:t>
            </a:r>
            <a:endParaRPr lang="en-US" sz="3300" b="1" dirty="0">
              <a:solidFill>
                <a:srgbClr val="92D050"/>
              </a:solidFill>
              <a:latin typeface="Sitka Banner" panose="02000505000000020004" pitchFamily="2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7341F-0D3F-4D32-8F16-2599205E8FDD}"/>
              </a:ext>
            </a:extLst>
          </p:cNvPr>
          <p:cNvSpPr txBox="1"/>
          <p:nvPr/>
        </p:nvSpPr>
        <p:spPr>
          <a:xfrm>
            <a:off x="6877050" y="3976312"/>
            <a:ext cx="5115889" cy="2806987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76200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000" b="1" dirty="0" err="1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Tazin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Tamanna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Lecturer in Mathematics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Department of Science and Humanities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M.Sc. in Applied Mathematics (KU)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B.Sc. in Mathematics (KU)</a:t>
            </a:r>
          </a:p>
          <a:p>
            <a:pPr algn="ctr"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642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DEAFF-3679-4F47-9191-40FA1861C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A92A1A-F203-4A37-A71E-6A7DA9660D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790E2D-3494-4B03-9009-198A616166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475"/>
            <a:ext cx="7419975" cy="22574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0CD65B-573F-4AC3-824D-65668E8EA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12988"/>
            <a:ext cx="8477250" cy="41243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643723D-3911-454D-841B-0AE2A4ABA2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2719388"/>
            <a:ext cx="2600325" cy="96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513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766DC-6A55-4C43-BD35-1F9F89C3A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FB89BA-9C80-44A4-B0E8-4F1EFE3FB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5FDE581-C2B2-4B02-8FF6-E0AF86F4CB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36525"/>
            <a:ext cx="8305800" cy="568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145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D5B48-673F-4D4D-8508-393E89926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875156-9CA2-449E-A45B-B1DFD329B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4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51CACACA-0DAD-4D22-99E1-7F53F994F5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0" y="246063"/>
          <a:ext cx="5432425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Equation" r:id="rId3" imgW="2755800" imgH="469800" progId="Equation.DSMT4">
                  <p:embed/>
                </p:oleObj>
              </mc:Choice>
              <mc:Fallback>
                <p:oleObj name="Equation" r:id="rId3" imgW="2755800" imgH="4698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51CACACA-0DAD-4D22-99E1-7F53F994F5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0" y="246063"/>
                        <a:ext cx="5432425" cy="8397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B53B122C-D00C-4806-B001-7B3BFD00CB3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9027"/>
          <a:stretch/>
        </p:blipFill>
        <p:spPr>
          <a:xfrm>
            <a:off x="0" y="1009650"/>
            <a:ext cx="8296275" cy="2603104"/>
          </a:xfrm>
          <a:prstGeom prst="rect">
            <a:avLst/>
          </a:prstGeom>
        </p:spPr>
      </p:pic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140A6B39-5A0D-424E-ACD0-70A1891526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20900" y="3657600"/>
          <a:ext cx="7089775" cy="2316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3" name="Equation" r:id="rId6" imgW="2844720" imgH="990360" progId="Equation.DSMT4">
                  <p:embed/>
                </p:oleObj>
              </mc:Choice>
              <mc:Fallback>
                <p:oleObj name="Equation" r:id="rId6" imgW="2844720" imgH="99036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140A6B39-5A0D-424E-ACD0-70A1891526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120900" y="3657600"/>
                        <a:ext cx="7089775" cy="2316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49881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E9A0E4-9BF9-43B5-B3E4-DE7CB022D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C4F5F9-DBDE-4B24-B545-D0EBE8E8B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5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F4A48DC-F88E-4B5C-B683-E43D9521A8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974" y="128587"/>
          <a:ext cx="7997825" cy="3214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Equation" r:id="rId3" imgW="2450880" imgH="1447560" progId="Equation.DSMT4">
                  <p:embed/>
                </p:oleObj>
              </mc:Choice>
              <mc:Fallback>
                <p:oleObj name="Equation" r:id="rId3" imgW="2450880" imgH="144756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DF4A48DC-F88E-4B5C-B683-E43D9521A8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7974" y="128587"/>
                        <a:ext cx="7997825" cy="32146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1430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EA308-5E65-4DFA-BCA6-53317C781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128A92-7C7B-42E5-B235-455002588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6</a:t>
            </a:fld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4E724027-A228-4123-B43E-B062AACFA885}"/>
              </a:ext>
            </a:extLst>
          </p:cNvPr>
          <p:cNvSpPr/>
          <p:nvPr/>
        </p:nvSpPr>
        <p:spPr>
          <a:xfrm>
            <a:off x="247651" y="-19050"/>
            <a:ext cx="2628900" cy="8286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134E63-538C-40B1-906A-91E9132B52B2}"/>
              </a:ext>
            </a:extLst>
          </p:cNvPr>
          <p:cNvSpPr txBox="1"/>
          <p:nvPr/>
        </p:nvSpPr>
        <p:spPr>
          <a:xfrm>
            <a:off x="419100" y="272792"/>
            <a:ext cx="1790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Algerian" panose="04020705040A02060702" pitchFamily="82" charset="0"/>
              </a:rPr>
              <a:t>Do Yourself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8FB950-6680-4C82-8A9C-7BCB8116D52B}"/>
              </a:ext>
            </a:extLst>
          </p:cNvPr>
          <p:cNvSpPr txBox="1"/>
          <p:nvPr/>
        </p:nvSpPr>
        <p:spPr>
          <a:xfrm>
            <a:off x="4429125" y="272792"/>
            <a:ext cx="4486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highlight>
                  <a:srgbClr val="FFFF00"/>
                </a:highlight>
              </a:rPr>
              <a:t>Some Examples For Practice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8E982756-7151-49B3-84CA-A3E1B36010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7651" y="734458"/>
          <a:ext cx="9426575" cy="61235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3" imgW="4140000" imgH="3479760" progId="Equation.DSMT4">
                  <p:embed/>
                </p:oleObj>
              </mc:Choice>
              <mc:Fallback>
                <p:oleObj name="Equation" r:id="rId3" imgW="4140000" imgH="3479760" progId="Equation.DSMT4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8E982756-7151-49B3-84CA-A3E1B36010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7651" y="734458"/>
                        <a:ext cx="9426575" cy="61235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268517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8AFE95-9339-4549-871B-882CA3A21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2CED-E614-44ED-9F92-AAC669B73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69600C-082B-4081-8D52-ED93052C7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648825" cy="631507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8C5A886-811F-49CE-AAE1-5CD3A3291EC8}"/>
              </a:ext>
            </a:extLst>
          </p:cNvPr>
          <p:cNvSpPr/>
          <p:nvPr/>
        </p:nvSpPr>
        <p:spPr>
          <a:xfrm>
            <a:off x="171450" y="203200"/>
            <a:ext cx="666750" cy="53022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8094720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CC79C-3AEE-4E9B-9F26-39A6BD210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166C2F-BB8F-44B6-858F-9CC2ED7AE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84F7D24-61AF-402F-9FCB-0C07EFA3E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6" y="136525"/>
            <a:ext cx="5472110" cy="26352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38A1BFD-C3DD-4A03-86FC-DCD956C4D2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76899" y="-12700"/>
            <a:ext cx="6315075" cy="673417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13B5998-859C-429D-98FB-37D90FDD0978}"/>
              </a:ext>
            </a:extLst>
          </p:cNvPr>
          <p:cNvCxnSpPr/>
          <p:nvPr/>
        </p:nvCxnSpPr>
        <p:spPr>
          <a:xfrm>
            <a:off x="5605462" y="0"/>
            <a:ext cx="0" cy="672147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6FB80961-BB20-438C-B279-D3D74DFCF3D9}"/>
              </a:ext>
            </a:extLst>
          </p:cNvPr>
          <p:cNvSpPr/>
          <p:nvPr/>
        </p:nvSpPr>
        <p:spPr>
          <a:xfrm>
            <a:off x="5676899" y="136525"/>
            <a:ext cx="628649" cy="47307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539302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C509D8-C832-474A-895F-8C5F5B000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85E9F0-0E4A-4420-8949-74EFADFEEF30}" type="datetime1">
              <a:rPr lang="en-US" smtClean="0"/>
              <a:t>10/12/2025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EEA78E-2189-4226-9A0F-B89DEC3BF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4D671C-97F8-4BCC-8705-235CF629C135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69C7B83-1401-4B3D-BB15-18CD26B109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200" y="0"/>
          <a:ext cx="6797675" cy="685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0" name="Equation" r:id="rId3" imgW="2997000" imgH="5511600" progId="Equation.DSMT4">
                  <p:embed/>
                </p:oleObj>
              </mc:Choice>
              <mc:Fallback>
                <p:oleObj name="Equation" r:id="rId3" imgW="2997000" imgH="5511600" progId="Equation.DSMT4">
                  <p:embed/>
                  <p:pic>
                    <p:nvPicPr>
                      <p:cNvPr id="6" name="Object 5">
                        <a:extLst>
                          <a:ext uri="{FF2B5EF4-FFF2-40B4-BE49-F238E27FC236}">
                            <a16:creationId xmlns:a16="http://schemas.microsoft.com/office/drawing/2014/main" id="{D69C7B83-1401-4B3D-BB15-18CD26B109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03200" y="0"/>
                        <a:ext cx="6797675" cy="6858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817350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5120</TotalTime>
  <Words>73</Words>
  <Application>Microsoft Office PowerPoint</Application>
  <PresentationFormat>Widescreen</PresentationFormat>
  <Paragraphs>29</Paragraphs>
  <Slides>9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Algerian</vt:lpstr>
      <vt:lpstr>Arial</vt:lpstr>
      <vt:lpstr>Calibri</vt:lpstr>
      <vt:lpstr>Calibri Light</vt:lpstr>
      <vt:lpstr>Sitka Banner</vt:lpstr>
      <vt:lpstr>Times New Roman</vt:lpstr>
      <vt:lpstr>Office Theme</vt:lpstr>
      <vt:lpstr>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kcv</dc:creator>
  <cp:lastModifiedBy>ThinkPad</cp:lastModifiedBy>
  <cp:revision>302</cp:revision>
  <dcterms:created xsi:type="dcterms:W3CDTF">2024-04-27T09:17:32Z</dcterms:created>
  <dcterms:modified xsi:type="dcterms:W3CDTF">2025-10-12T09:30:42Z</dcterms:modified>
</cp:coreProperties>
</file>