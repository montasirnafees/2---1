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 </a:t>
            </a:r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(Inverse Laplace </a:t>
            </a:r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E7F9E-4900-457D-A01A-28FCDAE5B3AD}"/>
              </a:ext>
            </a:extLst>
          </p:cNvPr>
          <p:cNvSpPr txBox="1"/>
          <p:nvPr/>
        </p:nvSpPr>
        <p:spPr>
          <a:xfrm>
            <a:off x="2933700" y="136525"/>
            <a:ext cx="6038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highlight>
                  <a:srgbClr val="FFFF00"/>
                </a:highlight>
              </a:rPr>
              <a:t>Inverse Laplace Transform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F8CB8-64FF-4A8D-97D3-85F53904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957059"/>
            <a:ext cx="12115800" cy="2943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E0DCA-BAD4-4925-B3BD-0C109F0A7654}"/>
              </a:ext>
            </a:extLst>
          </p:cNvPr>
          <p:cNvSpPr txBox="1"/>
          <p:nvPr/>
        </p:nvSpPr>
        <p:spPr>
          <a:xfrm>
            <a:off x="342900" y="1238250"/>
            <a:ext cx="3238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F4145F-B9DA-412B-8EF3-4AB69453F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7475"/>
            <a:ext cx="481965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A6C49-DE0D-4545-B0E3-DE383766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574675"/>
            <a:ext cx="7067550" cy="1476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28A5F7-4A4B-4BB7-9396-CF691A1EA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25" y="1966912"/>
            <a:ext cx="5734050" cy="3495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51EBD9-B994-4246-98F0-ED7A33535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5381625"/>
            <a:ext cx="59531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27A991-BEC0-44EB-804E-200F0B5B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9525"/>
            <a:ext cx="6648450" cy="3419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09911D-3268-4ADE-86D0-2779E69E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3643312"/>
            <a:ext cx="73342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DF8F4F-8E12-4EF4-874E-11A5C4F2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88900"/>
            <a:ext cx="6572250" cy="15727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AD45B2-E499-4537-B4DE-10B2D92D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1562101"/>
            <a:ext cx="72009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BD3863-F9A9-4B37-94A5-8812943E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0"/>
            <a:ext cx="7734300" cy="47720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5DAC8-E197-423A-9742-94A84E6C6E50}"/>
              </a:ext>
            </a:extLst>
          </p:cNvPr>
          <p:cNvCxnSpPr>
            <a:cxnSpLocks/>
          </p:cNvCxnSpPr>
          <p:nvPr/>
        </p:nvCxnSpPr>
        <p:spPr>
          <a:xfrm>
            <a:off x="7867650" y="100012"/>
            <a:ext cx="66675" cy="665797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191B2E6-EEC1-420C-A8B2-FD2A5032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100012"/>
            <a:ext cx="3829050" cy="2286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F19D88-BE1C-4446-A93D-2B80A886D290}"/>
              </a:ext>
            </a:extLst>
          </p:cNvPr>
          <p:cNvCxnSpPr/>
          <p:nvPr/>
        </p:nvCxnSpPr>
        <p:spPr>
          <a:xfrm flipH="1">
            <a:off x="7877175" y="247650"/>
            <a:ext cx="57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0CA1665-7848-4B73-BE9B-E8C59029FE56}"/>
              </a:ext>
            </a:extLst>
          </p:cNvPr>
          <p:cNvSpPr/>
          <p:nvPr/>
        </p:nvSpPr>
        <p:spPr>
          <a:xfrm>
            <a:off x="0" y="0"/>
            <a:ext cx="2609850" cy="12001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07FB4E-8CF6-4078-A677-7FDE1799445C}"/>
              </a:ext>
            </a:extLst>
          </p:cNvPr>
          <p:cNvSpPr txBox="1"/>
          <p:nvPr/>
        </p:nvSpPr>
        <p:spPr>
          <a:xfrm>
            <a:off x="123825" y="323850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Algerian" panose="04020705040A02060702" pitchFamily="82" charset="0"/>
              </a:rPr>
              <a:t>Do Yourself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63C50DB-3786-45B0-87B4-ACAA9D882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395802"/>
              </p:ext>
            </p:extLst>
          </p:nvPr>
        </p:nvGraphicFramePr>
        <p:xfrm>
          <a:off x="66673" y="1200150"/>
          <a:ext cx="56800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3" imgW="1892160" imgH="431640" progId="Equation.DSMT4">
                  <p:embed/>
                </p:oleObj>
              </mc:Choice>
              <mc:Fallback>
                <p:oleObj name="Equation" r:id="rId3" imgW="1892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73" y="1200150"/>
                        <a:ext cx="5680075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55519BC-442B-4654-B3CC-98FB24180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384982"/>
              </p:ext>
            </p:extLst>
          </p:nvPr>
        </p:nvGraphicFramePr>
        <p:xfrm>
          <a:off x="66673" y="2578099"/>
          <a:ext cx="9010651" cy="2101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5" imgW="3632040" imgH="850680" progId="Equation.DSMT4">
                  <p:embed/>
                </p:oleObj>
              </mc:Choice>
              <mc:Fallback>
                <p:oleObj name="Equation" r:id="rId5" imgW="363204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73" y="2578099"/>
                        <a:ext cx="9010651" cy="2101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2EE617-BEFA-4DD4-9A35-E5FA75BE57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081"/>
          <a:stretch/>
        </p:blipFill>
        <p:spPr>
          <a:xfrm>
            <a:off x="123825" y="1362075"/>
            <a:ext cx="11229975" cy="3527425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9007063-6403-40D5-A7A3-4D03DEDB0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879353"/>
              </p:ext>
            </p:extLst>
          </p:nvPr>
        </p:nvGraphicFramePr>
        <p:xfrm>
          <a:off x="123824" y="136525"/>
          <a:ext cx="6296025" cy="996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4" imgW="2450880" imgH="431640" progId="Equation.DSMT4">
                  <p:embed/>
                </p:oleObj>
              </mc:Choice>
              <mc:Fallback>
                <p:oleObj name="Equation" r:id="rId4" imgW="2450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3824" y="136525"/>
                        <a:ext cx="6296025" cy="996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1B0E6-EBFF-47A2-A808-3F0BB9AC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CDA65-B77C-4F7E-BCF3-8F95C28A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03DF35-4228-4405-A224-E722F119F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0"/>
            <a:ext cx="10559453" cy="3957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C4664F-8495-49FA-880C-5C35C0BCA9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9059"/>
          <a:stretch/>
        </p:blipFill>
        <p:spPr>
          <a:xfrm>
            <a:off x="0" y="3909842"/>
            <a:ext cx="9058275" cy="2811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270C39-9619-4B33-AC43-74979D218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972050"/>
            <a:ext cx="7000875" cy="899174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9815933-9D55-40CB-A674-4279C831F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054396"/>
              </p:ext>
            </p:extLst>
          </p:nvPr>
        </p:nvGraphicFramePr>
        <p:xfrm>
          <a:off x="5374976" y="5724524"/>
          <a:ext cx="53467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6" imgW="2755800" imgH="634680" progId="Equation.DSMT4">
                  <p:embed/>
                </p:oleObj>
              </mc:Choice>
              <mc:Fallback>
                <p:oleObj name="Equation" r:id="rId6" imgW="27558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74976" y="5724524"/>
                        <a:ext cx="534670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6D95F0-FAFD-456F-BDA0-8BD6E228BFA7}"/>
              </a:ext>
            </a:extLst>
          </p:cNvPr>
          <p:cNvCxnSpPr/>
          <p:nvPr/>
        </p:nvCxnSpPr>
        <p:spPr>
          <a:xfrm>
            <a:off x="5191125" y="4876800"/>
            <a:ext cx="0" cy="184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70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7953A-17C2-4878-8750-B165E701A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C98CB-E9DD-4A41-A0F8-B08F9750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64D28-8E91-4903-BA35-D7279412B1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909"/>
          <a:stretch/>
        </p:blipFill>
        <p:spPr>
          <a:xfrm>
            <a:off x="157162" y="157163"/>
            <a:ext cx="10258425" cy="3767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099E2C-E3F8-40FE-8956-B1035C8F8CFD}"/>
              </a:ext>
            </a:extLst>
          </p:cNvPr>
          <p:cNvSpPr/>
          <p:nvPr/>
        </p:nvSpPr>
        <p:spPr>
          <a:xfrm>
            <a:off x="190500" y="361951"/>
            <a:ext cx="485775" cy="4381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5.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7A4E611-D63A-44E2-9FCA-A4E465254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347165"/>
              </p:ext>
            </p:extLst>
          </p:nvPr>
        </p:nvGraphicFramePr>
        <p:xfrm>
          <a:off x="1987549" y="4054475"/>
          <a:ext cx="59277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4" imgW="2273040" imgH="177480" progId="Equation.DSMT4">
                  <p:embed/>
                </p:oleObj>
              </mc:Choice>
              <mc:Fallback>
                <p:oleObj name="Equation" r:id="rId4" imgW="22730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87549" y="4054475"/>
                        <a:ext cx="5927725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554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A369-B2F4-4BCA-9036-4FA80C25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E006B-7D22-4B09-89D0-7E112702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FF86DF1-7A51-41B4-BBE7-AD52A6911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965363"/>
              </p:ext>
            </p:extLst>
          </p:nvPr>
        </p:nvGraphicFramePr>
        <p:xfrm>
          <a:off x="130175" y="136525"/>
          <a:ext cx="8794750" cy="484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3" imgW="3530520" imgH="2514600" progId="Equation.DSMT4">
                  <p:embed/>
                </p:oleObj>
              </mc:Choice>
              <mc:Fallback>
                <p:oleObj name="Equation" r:id="rId3" imgW="3530520" imgH="2514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175" y="136525"/>
                        <a:ext cx="8794750" cy="484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311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BD56531-F88C-4E67-A17E-E11AF7361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112558"/>
              </p:ext>
            </p:extLst>
          </p:nvPr>
        </p:nvGraphicFramePr>
        <p:xfrm>
          <a:off x="98425" y="0"/>
          <a:ext cx="1078865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3670200" imgH="1968480" progId="Equation.DSMT4">
                  <p:embed/>
                </p:oleObj>
              </mc:Choice>
              <mc:Fallback>
                <p:oleObj name="Equation" r:id="rId3" imgW="3670200" imgH="1968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25" y="0"/>
                        <a:ext cx="10788650" cy="464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20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AFE6FA8-3235-444E-AD61-AA9EA2F45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95247"/>
              </p:ext>
            </p:extLst>
          </p:nvPr>
        </p:nvGraphicFramePr>
        <p:xfrm>
          <a:off x="1552575" y="136525"/>
          <a:ext cx="8343900" cy="6584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3" imgW="3314520" imgH="3657600" progId="Equation.DSMT4">
                  <p:embed/>
                </p:oleObj>
              </mc:Choice>
              <mc:Fallback>
                <p:oleObj name="Equation" r:id="rId3" imgW="3314520" imgH="3657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2575" y="136525"/>
                        <a:ext cx="8343900" cy="6584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07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836EDE-CC9C-47FD-AD6A-8E3F31A0B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219300"/>
              </p:ext>
            </p:extLst>
          </p:nvPr>
        </p:nvGraphicFramePr>
        <p:xfrm>
          <a:off x="85725" y="-38100"/>
          <a:ext cx="117729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3" imgW="5067000" imgH="2755800" progId="Equation.DSMT4">
                  <p:embed/>
                </p:oleObj>
              </mc:Choice>
              <mc:Fallback>
                <p:oleObj name="Equation" r:id="rId3" imgW="5067000" imgH="275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725" y="-38100"/>
                        <a:ext cx="11772900" cy="563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88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51AFD2-C436-4522-B9DB-620BF4D8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887"/>
            <a:ext cx="7296150" cy="661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5FF2BF-AC01-4E3B-90AD-E3A83423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785812"/>
            <a:ext cx="6843713" cy="557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02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5AB2F9-5C94-4F3D-B5E0-79DE8B30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36525"/>
            <a:ext cx="8443913" cy="61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77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A649-3F14-4B05-900F-BE4FF7C9E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74061-3705-4AF1-9368-A6210467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E06225-2C29-4264-9614-CD26F7DA9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85153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34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39C4-A25C-4D71-BC24-5A5445BA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D2BAE-E642-4B2F-A5DF-C582561C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D9B59-B794-4516-A4D4-5C1418E3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0"/>
            <a:ext cx="9201150" cy="3533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A09DA-76AB-4F4C-A174-F3D2CABB4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7125"/>
            <a:ext cx="89630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4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E6BB8-4A26-428B-977E-0D334B57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42E0C-25C0-494D-9BC6-AB79EF7E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AC7A2-9D7A-4965-9B08-4F0ECBDD51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05"/>
          <a:stretch/>
        </p:blipFill>
        <p:spPr>
          <a:xfrm>
            <a:off x="0" y="1181099"/>
            <a:ext cx="11099009" cy="5705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75A211-94B1-4264-B302-87712CE1A9D4}"/>
              </a:ext>
            </a:extLst>
          </p:cNvPr>
          <p:cNvSpPr/>
          <p:nvPr/>
        </p:nvSpPr>
        <p:spPr>
          <a:xfrm>
            <a:off x="0" y="266700"/>
            <a:ext cx="676275" cy="7239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0F8EB3B-D720-4A99-BCE5-E2D8AE388B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746562"/>
              </p:ext>
            </p:extLst>
          </p:nvPr>
        </p:nvGraphicFramePr>
        <p:xfrm>
          <a:off x="581025" y="206374"/>
          <a:ext cx="39052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4" imgW="1320480" imgH="393480" progId="Equation.DSMT4">
                  <p:embed/>
                </p:oleObj>
              </mc:Choice>
              <mc:Fallback>
                <p:oleObj name="Equation" r:id="rId4" imgW="1320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25" y="206374"/>
                        <a:ext cx="3905250" cy="87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2447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EF01E-75DF-417F-842E-785AE756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1FCD-83F0-45CC-A013-4E8D4918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107AD-4D19-4E12-8E34-34F24C257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79375"/>
            <a:ext cx="108489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74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5244</TotalTime>
  <Words>96</Words>
  <Application>Microsoft Office PowerPoint</Application>
  <PresentationFormat>Widescreen</PresentationFormat>
  <Paragraphs>52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328</cp:revision>
  <dcterms:created xsi:type="dcterms:W3CDTF">2024-04-27T09:17:32Z</dcterms:created>
  <dcterms:modified xsi:type="dcterms:W3CDTF">2025-10-30T03:16:43Z</dcterms:modified>
</cp:coreProperties>
</file>