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3A452-B961-4A54-B530-4E6671BD5616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F38D3-F6E1-417B-8A40-D62BBDD2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3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C85A0-BDF0-43DE-84B8-A00E743734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1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248F-29FC-47B1-BA71-36E3FE9B8B32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2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2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6BDC-08A3-4386-BDCF-B7E2239B2D4A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7F5E-0325-4CF2-A52D-E5D76A068EDF}" type="datetime1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2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12D1C-CE9E-4E16-B350-97D0E823F121}" type="datetime1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1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659A-B6AB-4FBC-9AD1-6FB0678898B7}" type="datetime1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0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53B74-C8AE-4543-99F7-30AACFAED325}" type="datetime1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4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871D-5DA4-4DCF-AF65-212F23F4BFED}" type="datetime1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3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D4A45-D1C0-4E5E-BE57-9765DCD4D490}" type="datetime1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3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49A8-9B8F-4B69-BCF1-361BF44FBA13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6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396FA-F610-4150-9D63-C46A2C3DFB0F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EFF80-BAB3-4094-96B5-DC8EBCD2E218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5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3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9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6FE11E-7142-4712-A99F-88582EB9D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0CAA981-2C11-4FB4-A6A2-67F4E9474D86}"/>
              </a:ext>
            </a:extLst>
          </p:cNvPr>
          <p:cNvSpPr txBox="1">
            <a:spLocks/>
          </p:cNvSpPr>
          <p:nvPr/>
        </p:nvSpPr>
        <p:spPr>
          <a:xfrm>
            <a:off x="1625886" y="227599"/>
            <a:ext cx="9125163" cy="1296402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Course Code: MATH 211</a:t>
            </a:r>
          </a:p>
          <a:p>
            <a:pPr algn="ctr"/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MATH III</a:t>
            </a:r>
            <a:endParaRPr lang="en-US" sz="33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3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10 (Laurent’s Series)</a:t>
            </a:r>
            <a:endParaRPr lang="en-US" sz="3300" b="1" dirty="0">
              <a:solidFill>
                <a:srgbClr val="92D050"/>
              </a:solidFill>
              <a:latin typeface="Sitka Banner" panose="02000505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7341F-0D3F-4D32-8F16-2599205E8FDD}"/>
              </a:ext>
            </a:extLst>
          </p:cNvPr>
          <p:cNvSpPr txBox="1"/>
          <p:nvPr/>
        </p:nvSpPr>
        <p:spPr>
          <a:xfrm>
            <a:off x="6877050" y="3976312"/>
            <a:ext cx="5115889" cy="28069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Tazin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Tamanna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Lecturer in Mathematics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Science and Humanities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M.Sc. in Applied Mathematics (KU)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B.Sc. in Mathematics (KU)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64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836FA0-1766-4C5C-9A4C-0CB2F9387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001000" cy="27717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90D368F-39C0-491C-BE37-C662DA94DC2C}"/>
              </a:ext>
            </a:extLst>
          </p:cNvPr>
          <p:cNvSpPr/>
          <p:nvPr/>
        </p:nvSpPr>
        <p:spPr>
          <a:xfrm>
            <a:off x="95250" y="104775"/>
            <a:ext cx="866775" cy="39052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49458F-6816-4F61-90E7-A80DCA6BD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1" y="-90487"/>
            <a:ext cx="4191000" cy="33861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ADB9EE-115F-4653-B890-85D83B9EB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56732"/>
            <a:ext cx="10810875" cy="1407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1B841B-DC76-4408-9778-372920314F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" y="4464051"/>
            <a:ext cx="1047750" cy="4278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CE9C87-67AB-48BE-9302-25FB219256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4513" y="4766865"/>
            <a:ext cx="6662738" cy="11521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53CB4A-A96A-4395-8A7C-1D8800ED05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9800" y="5822949"/>
            <a:ext cx="5048250" cy="77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842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2347EF-6049-4A2E-BBBD-4DED7D04C5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94" r="1806" b="9584"/>
          <a:stretch/>
        </p:blipFill>
        <p:spPr>
          <a:xfrm>
            <a:off x="273631" y="136526"/>
            <a:ext cx="8041694" cy="65849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D9E55DB-6F93-4285-B21F-94EFD121A7F9}"/>
              </a:ext>
            </a:extLst>
          </p:cNvPr>
          <p:cNvSpPr/>
          <p:nvPr/>
        </p:nvSpPr>
        <p:spPr>
          <a:xfrm>
            <a:off x="409576" y="238123"/>
            <a:ext cx="1885950" cy="44450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EX-1:</a:t>
            </a:r>
          </a:p>
        </p:txBody>
      </p:sp>
    </p:spTree>
    <p:extLst>
      <p:ext uri="{BB962C8B-B14F-4D97-AF65-F5344CB8AC3E}">
        <p14:creationId xmlns:p14="http://schemas.microsoft.com/office/powerpoint/2010/main" val="4165133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4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98927B-1BF5-4BEF-9810-09CA70B8531C}"/>
              </a:ext>
            </a:extLst>
          </p:cNvPr>
          <p:cNvSpPr/>
          <p:nvPr/>
        </p:nvSpPr>
        <p:spPr>
          <a:xfrm>
            <a:off x="76200" y="220662"/>
            <a:ext cx="885825" cy="36512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EX-2: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4D4E921-A297-43C1-BA99-C93A1F5777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412571"/>
              </p:ext>
            </p:extLst>
          </p:nvPr>
        </p:nvGraphicFramePr>
        <p:xfrm>
          <a:off x="1038225" y="0"/>
          <a:ext cx="9572626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Equation" r:id="rId3" imgW="4330440" imgH="419040" progId="Equation.DSMT4">
                  <p:embed/>
                </p:oleObj>
              </mc:Choice>
              <mc:Fallback>
                <p:oleObj name="Equation" r:id="rId3" imgW="43304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8225" y="0"/>
                        <a:ext cx="9572626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70F5F02-3B12-426E-8BF8-7AAF54FA39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6232929"/>
              </p:ext>
            </p:extLst>
          </p:nvPr>
        </p:nvGraphicFramePr>
        <p:xfrm>
          <a:off x="339725" y="920750"/>
          <a:ext cx="3365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Equation" r:id="rId5" imgW="1244520" imgH="203040" progId="Equation.DSMT4">
                  <p:embed/>
                </p:oleObj>
              </mc:Choice>
              <mc:Fallback>
                <p:oleObj name="Equation" r:id="rId5" imgW="12445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9725" y="920750"/>
                        <a:ext cx="33655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086686F6-89DE-4A3D-9645-6A073A217B4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 b="48750"/>
          <a:stretch/>
        </p:blipFill>
        <p:spPr>
          <a:xfrm>
            <a:off x="679376" y="1352550"/>
            <a:ext cx="8197924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606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521D7D-788D-47DD-987E-3CC0539890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111" b="1991"/>
          <a:stretch/>
        </p:blipFill>
        <p:spPr>
          <a:xfrm>
            <a:off x="838200" y="82550"/>
            <a:ext cx="10382250" cy="62738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40AEE17-C0B0-4FA6-81AD-1FC992E019E1}"/>
              </a:ext>
            </a:extLst>
          </p:cNvPr>
          <p:cNvSpPr/>
          <p:nvPr/>
        </p:nvSpPr>
        <p:spPr>
          <a:xfrm>
            <a:off x="1104900" y="136525"/>
            <a:ext cx="2085975" cy="4476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EX-3:</a:t>
            </a:r>
          </a:p>
        </p:txBody>
      </p:sp>
    </p:spTree>
    <p:extLst>
      <p:ext uri="{BB962C8B-B14F-4D97-AF65-F5344CB8AC3E}">
        <p14:creationId xmlns:p14="http://schemas.microsoft.com/office/powerpoint/2010/main" val="1221165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6C6DC6-DC85-41D6-B277-E0D831A347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86" t="14722" b="18750"/>
          <a:stretch/>
        </p:blipFill>
        <p:spPr>
          <a:xfrm>
            <a:off x="0" y="57150"/>
            <a:ext cx="8286750" cy="603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277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7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F76143-EE51-477A-8D09-7710985A05A2}"/>
              </a:ext>
            </a:extLst>
          </p:cNvPr>
          <p:cNvSpPr/>
          <p:nvPr/>
        </p:nvSpPr>
        <p:spPr>
          <a:xfrm>
            <a:off x="0" y="236537"/>
            <a:ext cx="1343025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EX-4: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0233DA7-C5E5-48AB-B6D9-12EF6DF93A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2889103"/>
              </p:ext>
            </p:extLst>
          </p:nvPr>
        </p:nvGraphicFramePr>
        <p:xfrm>
          <a:off x="1101724" y="76200"/>
          <a:ext cx="110140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Equation" r:id="rId3" imgW="5283000" imgH="444240" progId="Equation.DSMT4">
                  <p:embed/>
                </p:oleObj>
              </mc:Choice>
              <mc:Fallback>
                <p:oleObj name="Equation" r:id="rId3" imgW="52830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1724" y="76200"/>
                        <a:ext cx="11014075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954F44F-A078-4D2D-AFF5-12C02C8A74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2671754"/>
              </p:ext>
            </p:extLst>
          </p:nvPr>
        </p:nvGraphicFramePr>
        <p:xfrm>
          <a:off x="425449" y="990601"/>
          <a:ext cx="9766301" cy="536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Equation" r:id="rId5" imgW="4368600" imgH="2641320" progId="Equation.DSMT4">
                  <p:embed/>
                </p:oleObj>
              </mc:Choice>
              <mc:Fallback>
                <p:oleObj name="Equation" r:id="rId5" imgW="4368600" imgH="264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5449" y="990601"/>
                        <a:ext cx="9766301" cy="536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7040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4E2216-15E7-4914-AB25-B39539FF19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2" b="28195"/>
          <a:stretch/>
        </p:blipFill>
        <p:spPr>
          <a:xfrm>
            <a:off x="125453" y="0"/>
            <a:ext cx="7885072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512D820-AD0F-465D-B571-759BEEC1F948}"/>
              </a:ext>
            </a:extLst>
          </p:cNvPr>
          <p:cNvSpPr/>
          <p:nvPr/>
        </p:nvSpPr>
        <p:spPr>
          <a:xfrm>
            <a:off x="2638425" y="2952750"/>
            <a:ext cx="1838325" cy="36512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361914-3E6B-472C-A02C-CB542BB38B13}"/>
              </a:ext>
            </a:extLst>
          </p:cNvPr>
          <p:cNvSpPr/>
          <p:nvPr/>
        </p:nvSpPr>
        <p:spPr>
          <a:xfrm>
            <a:off x="5724525" y="3429000"/>
            <a:ext cx="476250" cy="5715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153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78435-0A92-4DDB-A419-CF5C3145A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CC166-B4C7-4B3A-A2BC-D0DDE1B24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9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FC3C7B-884F-4389-9821-A85BBC6234A7}"/>
              </a:ext>
            </a:extLst>
          </p:cNvPr>
          <p:cNvSpPr/>
          <p:nvPr/>
        </p:nvSpPr>
        <p:spPr>
          <a:xfrm>
            <a:off x="114300" y="133350"/>
            <a:ext cx="1028700" cy="4667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Ex-05: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8199FAA-8105-42BF-B87E-92323FB8E0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5264344"/>
              </p:ext>
            </p:extLst>
          </p:nvPr>
        </p:nvGraphicFramePr>
        <p:xfrm>
          <a:off x="1285875" y="0"/>
          <a:ext cx="931545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Equation" r:id="rId3" imgW="5143320" imgH="393480" progId="Equation.DSMT4">
                  <p:embed/>
                </p:oleObj>
              </mc:Choice>
              <mc:Fallback>
                <p:oleObj name="Equation" r:id="rId3" imgW="514332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85875" y="0"/>
                        <a:ext cx="9315450" cy="725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56F99BCA-D2E8-428D-B1E9-A98F2E4CDE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4472693"/>
              </p:ext>
            </p:extLst>
          </p:nvPr>
        </p:nvGraphicFramePr>
        <p:xfrm>
          <a:off x="257175" y="725489"/>
          <a:ext cx="9229725" cy="2246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Equation" r:id="rId5" imgW="4267080" imgH="1320480" progId="Equation.DSMT4">
                  <p:embed/>
                </p:oleObj>
              </mc:Choice>
              <mc:Fallback>
                <p:oleObj name="Equation" r:id="rId5" imgW="4267080" imgH="1320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7175" y="725489"/>
                        <a:ext cx="9229725" cy="22463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00B656F-42A1-40C0-827E-BAA49FD3569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3" t="32778" r="2246" b="9306"/>
          <a:stretch/>
        </p:blipFill>
        <p:spPr>
          <a:xfrm>
            <a:off x="2828925" y="2886075"/>
            <a:ext cx="5876926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85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09AD4-FCC3-4741-B2D9-A14B2A944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6AFD68-929A-4710-AF4C-549324735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22A53C-45B1-48A0-AF3A-A8E6920DDFB0}"/>
              </a:ext>
            </a:extLst>
          </p:cNvPr>
          <p:cNvSpPr/>
          <p:nvPr/>
        </p:nvSpPr>
        <p:spPr>
          <a:xfrm>
            <a:off x="114300" y="133350"/>
            <a:ext cx="1028700" cy="4667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Ex-06: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7DC333D-A380-49E9-96C9-F024CEC12D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758924"/>
              </p:ext>
            </p:extLst>
          </p:nvPr>
        </p:nvGraphicFramePr>
        <p:xfrm>
          <a:off x="1428749" y="33335"/>
          <a:ext cx="9591676" cy="795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3" imgW="4914720" imgH="419040" progId="Equation.DSMT4">
                  <p:embed/>
                </p:oleObj>
              </mc:Choice>
              <mc:Fallback>
                <p:oleObj name="Equation" r:id="rId3" imgW="49147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8749" y="33335"/>
                        <a:ext cx="9591676" cy="7953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6D3C0C53-9B3F-457C-9ECC-F4324D09AE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915220"/>
              </p:ext>
            </p:extLst>
          </p:nvPr>
        </p:nvGraphicFramePr>
        <p:xfrm>
          <a:off x="222249" y="947737"/>
          <a:ext cx="9102725" cy="795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5" imgW="5232240" imgH="419040" progId="Equation.DSMT4">
                  <p:embed/>
                </p:oleObj>
              </mc:Choice>
              <mc:Fallback>
                <p:oleObj name="Equation" r:id="rId5" imgW="52322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2249" y="947737"/>
                        <a:ext cx="9102725" cy="7953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4619F0E-1C93-43EF-AB41-FBC90256C5F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3" t="8750" b="47083"/>
          <a:stretch/>
        </p:blipFill>
        <p:spPr>
          <a:xfrm>
            <a:off x="443983" y="1862139"/>
            <a:ext cx="7414141" cy="485933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8FC751B-069B-4759-85E1-6C63BC6DCA5C}"/>
              </a:ext>
            </a:extLst>
          </p:cNvPr>
          <p:cNvSpPr/>
          <p:nvPr/>
        </p:nvSpPr>
        <p:spPr>
          <a:xfrm>
            <a:off x="4267200" y="1952625"/>
            <a:ext cx="2924175" cy="27622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476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C74D1-892A-4091-B7B9-BD9416EE0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779B7F-DD80-4795-AD94-EC89243D0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408BAE-BEA1-4712-8482-478C9475ED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17" b="7314"/>
          <a:stretch/>
        </p:blipFill>
        <p:spPr>
          <a:xfrm>
            <a:off x="-1" y="361949"/>
            <a:ext cx="8924925" cy="51720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A2F172D-FE3C-4D3E-ACAC-526E0D93EEAE}"/>
              </a:ext>
            </a:extLst>
          </p:cNvPr>
          <p:cNvSpPr/>
          <p:nvPr/>
        </p:nvSpPr>
        <p:spPr>
          <a:xfrm>
            <a:off x="3095625" y="457200"/>
            <a:ext cx="2486025" cy="47625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09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5214</TotalTime>
  <Words>79</Words>
  <Application>Microsoft Office PowerPoint</Application>
  <PresentationFormat>Widescreen</PresentationFormat>
  <Paragraphs>35</Paragraphs>
  <Slides>11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Sitka Banner</vt:lpstr>
      <vt:lpstr>Times New Roman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kcv</dc:creator>
  <cp:lastModifiedBy>ThinkPad</cp:lastModifiedBy>
  <cp:revision>324</cp:revision>
  <dcterms:created xsi:type="dcterms:W3CDTF">2024-04-27T09:17:32Z</dcterms:created>
  <dcterms:modified xsi:type="dcterms:W3CDTF">2026-01-03T15:38:31Z</dcterms:modified>
</cp:coreProperties>
</file>