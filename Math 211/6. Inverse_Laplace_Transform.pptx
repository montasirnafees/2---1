
<file path=[Content_Types].xml><?xml version="1.0" encoding="utf-8"?>
<Types xmlns="http://schemas.openxmlformats.org/package/2006/content-types">
  <Default Extension="bin" ContentType="application/vnd.openxmlformats-officedocument.oleObject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3"/>
  </p:notesMasterIdLst>
  <p:sldIdLst>
    <p:sldId id="263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AA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75" autoAdjust="0"/>
    <p:restoredTop sz="94660"/>
  </p:normalViewPr>
  <p:slideViewPr>
    <p:cSldViewPr snapToGrid="0">
      <p:cViewPr varScale="1">
        <p:scale>
          <a:sx n="67" d="100"/>
          <a:sy n="67" d="100"/>
        </p:scale>
        <p:origin x="5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83A452-B961-4A54-B530-4E6671BD5616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DF38D3-F6E1-417B-8A40-D62BBDD27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537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FC85A0-BDF0-43DE-84B8-A00E7437346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310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8248F-29FC-47B1-BA71-36E3FE9B8B32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724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123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C6BDC-08A3-4386-BDCF-B7E2239B2D4A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911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7F5E-0325-4CF2-A52D-E5D76A068EDF}" type="datetime1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929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12D1C-CE9E-4E16-B350-97D0E823F121}" type="datetime1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211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A659A-B6AB-4FBC-9AD1-6FB0678898B7}" type="datetime1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205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53B74-C8AE-4543-99F7-30AACFAED325}" type="datetime1">
              <a:rPr lang="en-US" smtClean="0"/>
              <a:t>11/2/2025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546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8871D-5DA4-4DCF-AF65-212F23F4BFED}" type="datetime1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638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D4A45-D1C0-4E5E-BE57-9765DCD4D490}" type="datetime1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431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749A8-9B8F-4B69-BCF1-361BF44FBA13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564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396FA-F610-4150-9D63-C46A2C3DFB0F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3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DEFF80-BAB3-4094-96B5-DC8EBCD2E218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559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4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5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2.wmf"/><Relationship Id="rId4" Type="http://schemas.openxmlformats.org/officeDocument/2006/relationships/oleObject" Target="../embeddings/oleObject5.bin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F6FE11E-7142-4712-A99F-88582EB9DF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2444" b="-1"/>
          <a:stretch/>
        </p:blipFill>
        <p:spPr>
          <a:xfrm>
            <a:off x="20" y="0"/>
            <a:ext cx="1219198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80CAA981-2C11-4FB4-A6A2-67F4E9474D86}"/>
              </a:ext>
            </a:extLst>
          </p:cNvPr>
          <p:cNvSpPr txBox="1">
            <a:spLocks/>
          </p:cNvSpPr>
          <p:nvPr/>
        </p:nvSpPr>
        <p:spPr>
          <a:xfrm>
            <a:off x="1625886" y="227599"/>
            <a:ext cx="9125163" cy="1296402"/>
          </a:xfrm>
          <a:prstGeom prst="rect">
            <a:avLst/>
          </a:prstGeom>
          <a:solidFill>
            <a:srgbClr val="0070C0"/>
          </a:solidFill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 </a:t>
            </a:r>
            <a:r>
              <a:rPr lang="en-US" sz="3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Course Code: MATH 211</a:t>
            </a:r>
          </a:p>
          <a:p>
            <a:pPr algn="ctr"/>
            <a:r>
              <a:rPr lang="en-US" sz="3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Title: MATH III</a:t>
            </a:r>
            <a:endParaRPr lang="en-US" sz="3300" b="1" dirty="0">
              <a:solidFill>
                <a:srgbClr val="92D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3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6 (Inverse Laplace Transform)</a:t>
            </a:r>
            <a:endParaRPr lang="en-US" sz="3300" b="1" dirty="0">
              <a:solidFill>
                <a:srgbClr val="92D050"/>
              </a:solidFill>
              <a:latin typeface="Sitka Banner" panose="02000505000000020004" pitchFamily="2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47341F-0D3F-4D32-8F16-2599205E8FDD}"/>
              </a:ext>
            </a:extLst>
          </p:cNvPr>
          <p:cNvSpPr txBox="1"/>
          <p:nvPr/>
        </p:nvSpPr>
        <p:spPr>
          <a:xfrm>
            <a:off x="6877050" y="3976312"/>
            <a:ext cx="5115889" cy="280698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76200"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 err="1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Tazin</a:t>
            </a: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Tamanna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Lecturer in Mathematics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Department of Science and Humanities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M.Sc. in Applied Mathematics (KU)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B.Sc. in Mathematics (KU)</a:t>
            </a:r>
          </a:p>
          <a:p>
            <a:pPr algn="ctr">
              <a:lnSpc>
                <a:spcPct val="150000"/>
              </a:lnSpc>
            </a:pPr>
            <a:endParaRPr lang="en-US" sz="20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4642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6EA369-B2F4-4BCA-9036-4FA80C25A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1E006B-7D22-4B09-89D0-7E1127023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2</a:t>
            </a:fld>
            <a:endParaRPr lang="en-US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5FF86DF1-7A51-41B4-BBE7-AD52A69110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0175" y="136525"/>
          <a:ext cx="8794750" cy="484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Equation" r:id="rId3" imgW="3530520" imgH="2514600" progId="Equation.DSMT4">
                  <p:embed/>
                </p:oleObj>
              </mc:Choice>
              <mc:Fallback>
                <p:oleObj name="Equation" r:id="rId3" imgW="3530520" imgH="251460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5FF86DF1-7A51-41B4-BBE7-AD52A691100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0175" y="136525"/>
                        <a:ext cx="8794750" cy="4845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53112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1A649-3F14-4B05-900F-BE4FF7C9E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374061-3705-4AF1-9368-A62104677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3</a:t>
            </a:fld>
            <a:endParaRPr lang="en-US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EBD56531-F88C-4E67-A17E-E11AF7361E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8425" y="0"/>
          <a:ext cx="10788650" cy="464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Equation" r:id="rId3" imgW="3670200" imgH="1968480" progId="Equation.DSMT4">
                  <p:embed/>
                </p:oleObj>
              </mc:Choice>
              <mc:Fallback>
                <p:oleObj name="Equation" r:id="rId3" imgW="3670200" imgH="196848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EBD56531-F88C-4E67-A17E-E11AF7361E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8425" y="0"/>
                        <a:ext cx="10788650" cy="4648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7206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1A649-3F14-4B05-900F-BE4FF7C9E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374061-3705-4AF1-9368-A62104677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2AFE6FA8-3235-444E-AD61-AA9EA2F453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52575" y="136525"/>
          <a:ext cx="8343900" cy="6584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Equation" r:id="rId3" imgW="3314520" imgH="3657600" progId="Equation.DSMT4">
                  <p:embed/>
                </p:oleObj>
              </mc:Choice>
              <mc:Fallback>
                <p:oleObj name="Equation" r:id="rId3" imgW="3314520" imgH="3657600" progId="Equation.DSMT4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2AFE6FA8-3235-444E-AD61-AA9EA2F453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52575" y="136525"/>
                        <a:ext cx="8343900" cy="65849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91077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1A649-3F14-4B05-900F-BE4FF7C9E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374061-3705-4AF1-9368-A62104677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82836EDE-CC9C-47FD-AD6A-8E3F31A0B8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725" y="-38100"/>
          <a:ext cx="11772900" cy="563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Equation" r:id="rId3" imgW="5067000" imgH="2755800" progId="Equation.DSMT4">
                  <p:embed/>
                </p:oleObj>
              </mc:Choice>
              <mc:Fallback>
                <p:oleObj name="Equation" r:id="rId3" imgW="5067000" imgH="2755800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82836EDE-CC9C-47FD-AD6A-8E3F31A0B8B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5725" y="-38100"/>
                        <a:ext cx="11772900" cy="5638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38888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1A649-3F14-4B05-900F-BE4FF7C9E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374061-3705-4AF1-9368-A62104677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6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051AFD2-C436-4522-B9DB-620BF4D827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2887"/>
            <a:ext cx="7296150" cy="66198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D5FF2BF-AC01-4E3B-90AD-E3A834233A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687" y="785812"/>
            <a:ext cx="6843713" cy="5570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102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1A649-3F14-4B05-900F-BE4FF7C9E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374061-3705-4AF1-9368-A62104677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7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E5AB2F9-5C94-4F3D-B5E0-79DE8B30F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87" y="136525"/>
            <a:ext cx="8443913" cy="612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9777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1A649-3F14-4B05-900F-BE4FF7C9E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374061-3705-4AF1-9368-A62104677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8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4E06225-2C29-4264-9614-CD26F7DA9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0"/>
            <a:ext cx="8515350" cy="459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9349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5939C4-A25C-4D71-BC24-5A5445BAA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1D2BAE-E642-4B2F-A5DF-C582561CB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DD9B59-B794-4516-A4D4-5C1418E3D5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" y="0"/>
            <a:ext cx="9201150" cy="35337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FA09DA-76AB-4F4C-A174-F3D2CABB49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67125"/>
            <a:ext cx="8963025" cy="295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4417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BE6BB8-4A26-428B-977E-0D334B577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042E0C-25C0-494D-9BC6-AB79EF7E5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AAC7A2-9D7A-4965-9B08-4F0ECBDD518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6805"/>
          <a:stretch/>
        </p:blipFill>
        <p:spPr>
          <a:xfrm>
            <a:off x="0" y="1181099"/>
            <a:ext cx="11099009" cy="570547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975A211-94B1-4264-B302-87712CE1A9D4}"/>
              </a:ext>
            </a:extLst>
          </p:cNvPr>
          <p:cNvSpPr/>
          <p:nvPr/>
        </p:nvSpPr>
        <p:spPr>
          <a:xfrm>
            <a:off x="0" y="266700"/>
            <a:ext cx="676275" cy="7239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D0F8EB3B-D720-4A99-BCE5-E2D8AE388B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1025" y="206374"/>
          <a:ext cx="3905250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Equation" r:id="rId4" imgW="1320480" imgH="393480" progId="Equation.DSMT4">
                  <p:embed/>
                </p:oleObj>
              </mc:Choice>
              <mc:Fallback>
                <p:oleObj name="Equation" r:id="rId4" imgW="1320480" imgH="393480" progId="Equation.DSMT4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D0F8EB3B-D720-4A99-BCE5-E2D8AE388B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81025" y="206374"/>
                        <a:ext cx="3905250" cy="879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124478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DEF01E-75DF-417F-842E-785AE7569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191FCD-83F0-45CC-A013-4E8D49188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A107AD-4D19-4E12-8E34-34F24C257C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987" y="79375"/>
            <a:ext cx="10848975" cy="627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274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5066</TotalTime>
  <Words>70</Words>
  <Application>Microsoft Office PowerPoint</Application>
  <PresentationFormat>Widescreen</PresentationFormat>
  <Paragraphs>30</Paragraphs>
  <Slides>11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Sitka Banner</vt:lpstr>
      <vt:lpstr>Times New Roman</vt:lpstr>
      <vt:lpstr>Office Theme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kcv</dc:creator>
  <cp:lastModifiedBy>ThinkPad</cp:lastModifiedBy>
  <cp:revision>301</cp:revision>
  <dcterms:created xsi:type="dcterms:W3CDTF">2024-04-27T09:17:32Z</dcterms:created>
  <dcterms:modified xsi:type="dcterms:W3CDTF">2025-11-02T05:35:53Z</dcterms:modified>
</cp:coreProperties>
</file>