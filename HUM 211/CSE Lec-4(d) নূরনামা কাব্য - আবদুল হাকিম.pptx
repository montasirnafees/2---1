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8D5CD-CA06-48E8-9C03-F4B6BEC62BD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4EEF-6D0C-48A6-AD9B-3A40AAA4F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505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8D5CD-CA06-48E8-9C03-F4B6BEC62BD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4EEF-6D0C-48A6-AD9B-3A40AAA4F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36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8D5CD-CA06-48E8-9C03-F4B6BEC62BD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4EEF-6D0C-48A6-AD9B-3A40AAA4F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149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8D5CD-CA06-48E8-9C03-F4B6BEC62BD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4EEF-6D0C-48A6-AD9B-3A40AAA4F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56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8D5CD-CA06-48E8-9C03-F4B6BEC62BD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4EEF-6D0C-48A6-AD9B-3A40AAA4F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72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8D5CD-CA06-48E8-9C03-F4B6BEC62BD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4EEF-6D0C-48A6-AD9B-3A40AAA4F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88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8D5CD-CA06-48E8-9C03-F4B6BEC62BD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4EEF-6D0C-48A6-AD9B-3A40AAA4F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073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8D5CD-CA06-48E8-9C03-F4B6BEC62BD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4EEF-6D0C-48A6-AD9B-3A40AAA4F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839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8D5CD-CA06-48E8-9C03-F4B6BEC62BD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4EEF-6D0C-48A6-AD9B-3A40AAA4F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54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8D5CD-CA06-48E8-9C03-F4B6BEC62BD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4EEF-6D0C-48A6-AD9B-3A40AAA4F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07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8D5CD-CA06-48E8-9C03-F4B6BEC62BD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4EEF-6D0C-48A6-AD9B-3A40AAA4FF8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1488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8D5CD-CA06-48E8-9C03-F4B6BEC62BD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4EEF-6D0C-48A6-AD9B-3A40AAA4F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92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8D5CD-CA06-48E8-9C03-F4B6BEC62BD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4EEF-6D0C-48A6-AD9B-3A40AAA4FF8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30941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8D5CD-CA06-48E8-9C03-F4B6BEC62BD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4EEF-6D0C-48A6-AD9B-3A40AAA4F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075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8D5CD-CA06-48E8-9C03-F4B6BEC62BD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4EEF-6D0C-48A6-AD9B-3A40AAA4F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77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8D5CD-CA06-48E8-9C03-F4B6BEC62BD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4EEF-6D0C-48A6-AD9B-3A40AAA4F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81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8D5CD-CA06-48E8-9C03-F4B6BEC62BD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E944EEF-6D0C-48A6-AD9B-3A40AAA4F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26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18581" y="595222"/>
            <a:ext cx="801394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 </a:t>
            </a:r>
            <a:r>
              <a:rPr lang="bn-IN" sz="2000" dirty="0"/>
              <a:t>বাংলাদেশ আর্মি ইন্টারন্যাশনাল ইউনিভার্সিটি অফ সাইন্স এন্ড টেকনোলোজি,কুমিল্লা </a:t>
            </a:r>
          </a:p>
          <a:p>
            <a:pPr algn="ctr"/>
            <a:endParaRPr lang="bn-IN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bn-IN" sz="2000" dirty="0"/>
              <a:t>শারমিন আক্তার</a:t>
            </a:r>
          </a:p>
          <a:p>
            <a:pPr algn="ctr"/>
            <a:r>
              <a:rPr lang="bn-IN" sz="2000" dirty="0"/>
              <a:t>প্রভাষক (বাংলা) </a:t>
            </a:r>
          </a:p>
          <a:p>
            <a:pPr algn="ctr"/>
            <a:r>
              <a:rPr lang="bn-IN" sz="2000" dirty="0"/>
              <a:t>সাইন্স এন্ড হিউম্যানিটিস বিভাগ </a:t>
            </a:r>
            <a:endParaRPr lang="en-US" sz="2000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514" y="1397112"/>
            <a:ext cx="558074" cy="6138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48309" y="4382219"/>
            <a:ext cx="71426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</a:t>
            </a:r>
            <a:r>
              <a:rPr lang="bn-IN" sz="2400" b="1" dirty="0" smtClean="0"/>
              <a:t>আলোচ্য বিষয়</a:t>
            </a:r>
            <a:r>
              <a:rPr lang="en-US" sz="2400" b="1" dirty="0" smtClean="0"/>
              <a:t>: </a:t>
            </a:r>
            <a:endParaRPr lang="bn-IN" sz="2400" b="1" dirty="0" smtClean="0"/>
          </a:p>
          <a:p>
            <a:pPr algn="ctr"/>
            <a:endParaRPr lang="bn-IN" sz="2400" b="1" dirty="0" smtClean="0"/>
          </a:p>
          <a:p>
            <a:pPr algn="ctr"/>
            <a:r>
              <a:rPr lang="bn-IN" sz="2400" b="1" dirty="0" smtClean="0"/>
              <a:t>নূরনামা – আবদুল হাকিম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643271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6212" y="246176"/>
            <a:ext cx="1008427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dirty="0" smtClean="0"/>
              <a:t>নূরনামা কবি আবদুল হাকিমের একটি ক্ষুদ্রতম কাব্য। কাব্যটি ফারসী “নূরনামা” থেকে বাংলায় অনূদিত হয়েছে। </a:t>
            </a:r>
          </a:p>
          <a:p>
            <a:endParaRPr lang="bn-IN" dirty="0" smtClean="0"/>
          </a:p>
          <a:p>
            <a:r>
              <a:rPr lang="bn-IN" dirty="0" smtClean="0"/>
              <a:t>নূরনামার বিষয় – আল্লাহতা’লা কীভাবে আপন আলো থেকে হযরত মুহাম্মদ ( স</a:t>
            </a:r>
            <a:r>
              <a:rPr lang="en-US" dirty="0" smtClean="0"/>
              <a:t>:</a:t>
            </a:r>
            <a:r>
              <a:rPr lang="bn-IN" dirty="0" smtClean="0"/>
              <a:t> ) এবং এই বিশ্ব জগত সৃষ্টি করেছেন। </a:t>
            </a:r>
          </a:p>
          <a:p>
            <a:endParaRPr lang="bn-IN" dirty="0"/>
          </a:p>
          <a:p>
            <a:r>
              <a:rPr lang="bn-IN" dirty="0" smtClean="0"/>
              <a:t>নূরতত্ত্বের আদি উৎস হলো – কুরআন শরীফ। পরবর্তীকালে কুরআনের এই নূরতত্ত্বের সঙ্গে আধ্যাত্মচিন্তার সমন্বয়ে নতুন নতুন মতবাদ সৃষ্টি হয়েছে। </a:t>
            </a:r>
          </a:p>
          <a:p>
            <a:endParaRPr lang="bn-IN" dirty="0"/>
          </a:p>
          <a:p>
            <a:r>
              <a:rPr lang="bn-IN" dirty="0" smtClean="0"/>
              <a:t>আবদুল হাকিমের নূরনামা কাব্যে নূর মাহাত্ম্য বর্ণিত হলেও এ কাব্যের গুরুত্বপূর্ণ বিষয় হলো মাতৃভাষা চর্চার স্বপক্ষে কবির অকপট এবং সুস্পষ্ট বক্তব্য । </a:t>
            </a:r>
          </a:p>
          <a:p>
            <a:endParaRPr lang="bn-IN" dirty="0"/>
          </a:p>
          <a:p>
            <a:r>
              <a:rPr lang="bn-IN" dirty="0" smtClean="0"/>
              <a:t>এই কাব্যের একটি বিশেষ কবিতাংশ হলো – বঙ্গবাণী । যেখানে মাতৃভাষার প্রতি যারা শ্রদ্ধাশীল নয় তাদের কবি ধিক্কার জানিয়েছেন। দেশে জন্মেও যারা দেশের ভাষাকে সম্মান করতে জানেনা তাদের কবি বলেছেন ----------</a:t>
            </a:r>
          </a:p>
          <a:p>
            <a:endParaRPr lang="bn-IN" dirty="0"/>
          </a:p>
          <a:p>
            <a:pPr algn="ctr"/>
            <a:r>
              <a:rPr lang="bn-IN" dirty="0" smtClean="0"/>
              <a:t>দেশি ভাষা বিদ্যা যার মনে ন জুয়ায় </a:t>
            </a:r>
          </a:p>
          <a:p>
            <a:pPr algn="ctr"/>
            <a:r>
              <a:rPr lang="bn-IN" dirty="0" smtClean="0"/>
              <a:t>নিজ দেশ তেয়াগী কেন বিদেশ ন যায়।। </a:t>
            </a:r>
            <a:endParaRPr lang="bn-IN" dirty="0"/>
          </a:p>
        </p:txBody>
      </p:sp>
      <p:sp>
        <p:nvSpPr>
          <p:cNvPr id="3" name="Rectangle 2"/>
          <p:cNvSpPr/>
          <p:nvPr/>
        </p:nvSpPr>
        <p:spPr>
          <a:xfrm>
            <a:off x="284673" y="379560"/>
            <a:ext cx="241539" cy="1897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84672" y="1178610"/>
            <a:ext cx="241539" cy="1897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84671" y="1933248"/>
            <a:ext cx="241539" cy="1897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4670" y="2820835"/>
            <a:ext cx="241539" cy="1897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669" y="3639509"/>
            <a:ext cx="241539" cy="1897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959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091" r="7258"/>
          <a:stretch/>
        </p:blipFill>
        <p:spPr>
          <a:xfrm>
            <a:off x="940280" y="1086928"/>
            <a:ext cx="10489720" cy="449436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177594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51" b="34852"/>
          <a:stretch/>
        </p:blipFill>
        <p:spPr>
          <a:xfrm>
            <a:off x="1966823" y="258792"/>
            <a:ext cx="8980098" cy="62800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23179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277" b="3145"/>
          <a:stretch/>
        </p:blipFill>
        <p:spPr>
          <a:xfrm>
            <a:off x="802256" y="629728"/>
            <a:ext cx="10558732" cy="55295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63273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4" t="14843" r="23137" b="15849"/>
          <a:stretch/>
        </p:blipFill>
        <p:spPr>
          <a:xfrm>
            <a:off x="646982" y="284670"/>
            <a:ext cx="4934310" cy="64784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45" t="14591" r="19091" b="18113"/>
          <a:stretch/>
        </p:blipFill>
        <p:spPr>
          <a:xfrm>
            <a:off x="6452559" y="306235"/>
            <a:ext cx="5029200" cy="641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067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5" t="14466" r="13711" b="17611"/>
          <a:stretch/>
        </p:blipFill>
        <p:spPr>
          <a:xfrm>
            <a:off x="310550" y="207035"/>
            <a:ext cx="5477772" cy="64180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40" t="11824" r="15936" b="19748"/>
          <a:stretch/>
        </p:blipFill>
        <p:spPr>
          <a:xfrm>
            <a:off x="6633712" y="207035"/>
            <a:ext cx="4917057" cy="641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8470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5575"/>
          <a:stretch/>
        </p:blipFill>
        <p:spPr>
          <a:xfrm>
            <a:off x="1104180" y="707366"/>
            <a:ext cx="4416725" cy="53742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2871" r="7927"/>
          <a:stretch/>
        </p:blipFill>
        <p:spPr>
          <a:xfrm>
            <a:off x="6487065" y="1319842"/>
            <a:ext cx="4201064" cy="528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991906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98143" y="2536167"/>
            <a:ext cx="101187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dirty="0" smtClean="0"/>
              <a:t> </a:t>
            </a:r>
            <a:r>
              <a:rPr lang="bn-IN" sz="6600" b="1" dirty="0" smtClean="0"/>
              <a:t>ধন্যবাদ সবাইকে। 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54989856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</TotalTime>
  <Words>160</Words>
  <Application>Microsoft Office PowerPoint</Application>
  <PresentationFormat>Widescreen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Trebuchet MS</vt:lpstr>
      <vt:lpstr>Vrinda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6</cp:revision>
  <dcterms:created xsi:type="dcterms:W3CDTF">2025-05-03T14:52:25Z</dcterms:created>
  <dcterms:modified xsi:type="dcterms:W3CDTF">2025-05-03T15:45:23Z</dcterms:modified>
</cp:coreProperties>
</file>